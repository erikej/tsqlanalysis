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89" r:id="rId3"/>
    <p:sldId id="288" r:id="rId4"/>
    <p:sldId id="282" r:id="rId5"/>
    <p:sldId id="263" r:id="rId6"/>
    <p:sldId id="264" r:id="rId7"/>
    <p:sldId id="290" r:id="rId8"/>
    <p:sldId id="291" r:id="rId9"/>
    <p:sldId id="292" r:id="rId10"/>
    <p:sldId id="284" r:id="rId11"/>
    <p:sldId id="286" r:id="rId12"/>
    <p:sldId id="266" r:id="rId13"/>
    <p:sldId id="283" r:id="rId14"/>
    <p:sldId id="257" r:id="rId15"/>
    <p:sldId id="256" r:id="rId16"/>
    <p:sldId id="258" r:id="rId17"/>
    <p:sldId id="267" r:id="rId18"/>
    <p:sldId id="275" r:id="rId19"/>
    <p:sldId id="280" r:id="rId20"/>
    <p:sldId id="279" r:id="rId2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A88D4-C5F0-4994-984B-E2718CD50A90}" v="5" dt="2024-05-28T10:44:54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46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Ejlskov Jensen (Delegate)" userId="4aa40976-d7c6-47fa-b4ba-cf0621f5de0c" providerId="ADAL" clId="{6D7A88D4-C5F0-4994-984B-E2718CD50A90}"/>
    <pc:docChg chg="undo custSel addSld delSld modSld sldOrd">
      <pc:chgData name="Erik Ejlskov Jensen (Delegate)" userId="4aa40976-d7c6-47fa-b4ba-cf0621f5de0c" providerId="ADAL" clId="{6D7A88D4-C5F0-4994-984B-E2718CD50A90}" dt="2024-06-08T11:37:32.132" v="516" actId="14100"/>
      <pc:docMkLst>
        <pc:docMk/>
      </pc:docMkLst>
      <pc:sldChg chg="modSp mod">
        <pc:chgData name="Erik Ejlskov Jensen (Delegate)" userId="4aa40976-d7c6-47fa-b4ba-cf0621f5de0c" providerId="ADAL" clId="{6D7A88D4-C5F0-4994-984B-E2718CD50A90}" dt="2024-05-28T10:40:19.554" v="59" actId="255"/>
        <pc:sldMkLst>
          <pc:docMk/>
          <pc:sldMk cId="3999718679" sldId="257"/>
        </pc:sldMkLst>
        <pc:graphicFrameChg chg="mod modGraphic">
          <ac:chgData name="Erik Ejlskov Jensen (Delegate)" userId="4aa40976-d7c6-47fa-b4ba-cf0621f5de0c" providerId="ADAL" clId="{6D7A88D4-C5F0-4994-984B-E2718CD50A90}" dt="2024-05-28T10:40:19.554" v="59" actId="255"/>
          <ac:graphicFrameMkLst>
            <pc:docMk/>
            <pc:sldMk cId="3999718679" sldId="257"/>
            <ac:graphicFrameMk id="5" creationId="{C72563C5-A433-61F8-5394-C78C4BAF790A}"/>
          </ac:graphicFrameMkLst>
        </pc:graphicFrameChg>
      </pc:sldChg>
      <pc:sldChg chg="addSp delSp modSp new mod ord setBg">
        <pc:chgData name="Erik Ejlskov Jensen (Delegate)" userId="4aa40976-d7c6-47fa-b4ba-cf0621f5de0c" providerId="ADAL" clId="{6D7A88D4-C5F0-4994-984B-E2718CD50A90}" dt="2024-06-08T11:02:50.352" v="95"/>
        <pc:sldMkLst>
          <pc:docMk/>
          <pc:sldMk cId="3979714111" sldId="258"/>
        </pc:sldMkLst>
        <pc:spChg chg="del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2" creationId="{5B53A762-D9BA-B9EB-CC05-2FFF497A7622}"/>
          </ac:spMkLst>
        </pc:spChg>
        <pc:spChg chg="del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3" creationId="{6A0B7429-237E-D588-F929-0D861E4C2FE4}"/>
          </ac:spMkLst>
        </pc:spChg>
        <pc:spChg chg="add">
          <ac:chgData name="Erik Ejlskov Jensen (Delegate)" userId="4aa40976-d7c6-47fa-b4ba-cf0621f5de0c" providerId="ADAL" clId="{6D7A88D4-C5F0-4994-984B-E2718CD50A90}" dt="2024-05-28T10:44:59.481" v="62" actId="26606"/>
          <ac:spMkLst>
            <pc:docMk/>
            <pc:sldMk cId="3979714111" sldId="258"/>
            <ac:spMk id="1031" creationId="{42A4FC2C-047E-45A5-965D-8E1E3BF09BC6}"/>
          </ac:spMkLst>
        </pc:spChg>
        <pc:picChg chg="add mod">
          <ac:chgData name="Erik Ejlskov Jensen (Delegate)" userId="4aa40976-d7c6-47fa-b4ba-cf0621f5de0c" providerId="ADAL" clId="{6D7A88D4-C5F0-4994-984B-E2718CD50A90}" dt="2024-05-28T10:44:59.481" v="62" actId="26606"/>
          <ac:picMkLst>
            <pc:docMk/>
            <pc:sldMk cId="3979714111" sldId="258"/>
            <ac:picMk id="1026" creationId="{0ABCBC13-8996-BF34-379B-67805E159CCE}"/>
          </ac:picMkLst>
        </pc:picChg>
      </pc:sldChg>
      <pc:sldChg chg="addSp delSp modSp new mod ord setBg">
        <pc:chgData name="Erik Ejlskov Jensen (Delegate)" userId="4aa40976-d7c6-47fa-b4ba-cf0621f5de0c" providerId="ADAL" clId="{6D7A88D4-C5F0-4994-984B-E2718CD50A90}" dt="2024-06-08T11:00:25.822" v="68" actId="27614"/>
        <pc:sldMkLst>
          <pc:docMk/>
          <pc:sldMk cId="2608360277" sldId="259"/>
        </pc:sldMkLst>
        <pc:spChg chg="del">
          <ac:chgData name="Erik Ejlskov Jensen (Delegate)" userId="4aa40976-d7c6-47fa-b4ba-cf0621f5de0c" providerId="ADAL" clId="{6D7A88D4-C5F0-4994-984B-E2718CD50A90}" dt="2024-06-08T11:00:19.154" v="67" actId="26606"/>
          <ac:spMkLst>
            <pc:docMk/>
            <pc:sldMk cId="2608360277" sldId="259"/>
            <ac:spMk id="2" creationId="{A5199667-D145-D684-9201-AEC9AE41E486}"/>
          </ac:spMkLst>
        </pc:spChg>
        <pc:spChg chg="del">
          <ac:chgData name="Erik Ejlskov Jensen (Delegate)" userId="4aa40976-d7c6-47fa-b4ba-cf0621f5de0c" providerId="ADAL" clId="{6D7A88D4-C5F0-4994-984B-E2718CD50A90}" dt="2024-06-08T11:00:19.154" v="67" actId="26606"/>
          <ac:spMkLst>
            <pc:docMk/>
            <pc:sldMk cId="2608360277" sldId="259"/>
            <ac:spMk id="3" creationId="{5F24CDE3-0CD3-3C69-0AC8-8671462DDABA}"/>
          </ac:spMkLst>
        </pc:spChg>
        <pc:picChg chg="add mod">
          <ac:chgData name="Erik Ejlskov Jensen (Delegate)" userId="4aa40976-d7c6-47fa-b4ba-cf0621f5de0c" providerId="ADAL" clId="{6D7A88D4-C5F0-4994-984B-E2718CD50A90}" dt="2024-06-08T11:00:25.822" v="68" actId="27614"/>
          <ac:picMkLst>
            <pc:docMk/>
            <pc:sldMk cId="2608360277" sldId="259"/>
            <ac:picMk id="5" creationId="{4056326D-F101-F0D9-E701-72BCBC30E908}"/>
          </ac:picMkLst>
        </pc:picChg>
      </pc:sldChg>
      <pc:sldChg chg="modSp new mod">
        <pc:chgData name="Erik Ejlskov Jensen (Delegate)" userId="4aa40976-d7c6-47fa-b4ba-cf0621f5de0c" providerId="ADAL" clId="{6D7A88D4-C5F0-4994-984B-E2718CD50A90}" dt="2024-06-08T11:02:44" v="93" actId="20577"/>
        <pc:sldMkLst>
          <pc:docMk/>
          <pc:sldMk cId="1629529692" sldId="260"/>
        </pc:sldMkLst>
        <pc:spChg chg="mod">
          <ac:chgData name="Erik Ejlskov Jensen (Delegate)" userId="4aa40976-d7c6-47fa-b4ba-cf0621f5de0c" providerId="ADAL" clId="{6D7A88D4-C5F0-4994-984B-E2718CD50A90}" dt="2024-06-08T11:02:30.876" v="82" actId="27636"/>
          <ac:spMkLst>
            <pc:docMk/>
            <pc:sldMk cId="1629529692" sldId="260"/>
            <ac:spMk id="2" creationId="{11234BBA-3C89-47A9-FF8E-EEE5B7684BF6}"/>
          </ac:spMkLst>
        </pc:spChg>
        <pc:spChg chg="mod">
          <ac:chgData name="Erik Ejlskov Jensen (Delegate)" userId="4aa40976-d7c6-47fa-b4ba-cf0621f5de0c" providerId="ADAL" clId="{6D7A88D4-C5F0-4994-984B-E2718CD50A90}" dt="2024-06-08T11:02:44" v="93" actId="20577"/>
          <ac:spMkLst>
            <pc:docMk/>
            <pc:sldMk cId="1629529692" sldId="260"/>
            <ac:spMk id="3" creationId="{3E3884AF-7137-D192-5617-7E4A22F3EA8A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14:07.500" v="269" actId="20577"/>
        <pc:sldMkLst>
          <pc:docMk/>
          <pc:sldMk cId="1616935625" sldId="261"/>
        </pc:sldMkLst>
        <pc:spChg chg="mod">
          <ac:chgData name="Erik Ejlskov Jensen (Delegate)" userId="4aa40976-d7c6-47fa-b4ba-cf0621f5de0c" providerId="ADAL" clId="{6D7A88D4-C5F0-4994-984B-E2718CD50A90}" dt="2024-06-08T11:12:06.650" v="116" actId="20577"/>
          <ac:spMkLst>
            <pc:docMk/>
            <pc:sldMk cId="1616935625" sldId="261"/>
            <ac:spMk id="2" creationId="{4CBEFEE1-ED9F-6A86-7898-3DD3D0AF7949}"/>
          </ac:spMkLst>
        </pc:spChg>
        <pc:spChg chg="mod">
          <ac:chgData name="Erik Ejlskov Jensen (Delegate)" userId="4aa40976-d7c6-47fa-b4ba-cf0621f5de0c" providerId="ADAL" clId="{6D7A88D4-C5F0-4994-984B-E2718CD50A90}" dt="2024-06-08T11:14:07.500" v="269" actId="20577"/>
          <ac:spMkLst>
            <pc:docMk/>
            <pc:sldMk cId="1616935625" sldId="261"/>
            <ac:spMk id="3" creationId="{9CAE6B23-3C42-0472-5CA7-DEA0377C2567}"/>
          </ac:spMkLst>
        </pc:spChg>
      </pc:sldChg>
      <pc:sldChg chg="modSp new del mod">
        <pc:chgData name="Erik Ejlskov Jensen (Delegate)" userId="4aa40976-d7c6-47fa-b4ba-cf0621f5de0c" providerId="ADAL" clId="{6D7A88D4-C5F0-4994-984B-E2718CD50A90}" dt="2024-06-08T11:30:07.195" v="302" actId="47"/>
        <pc:sldMkLst>
          <pc:docMk/>
          <pc:sldMk cId="444966036" sldId="262"/>
        </pc:sldMkLst>
        <pc:spChg chg="mod">
          <ac:chgData name="Erik Ejlskov Jensen (Delegate)" userId="4aa40976-d7c6-47fa-b4ba-cf0621f5de0c" providerId="ADAL" clId="{6D7A88D4-C5F0-4994-984B-E2718CD50A90}" dt="2024-06-08T11:14:36.778" v="274" actId="20577"/>
          <ac:spMkLst>
            <pc:docMk/>
            <pc:sldMk cId="444966036" sldId="262"/>
            <ac:spMk id="2" creationId="{28E6CBF9-797C-0E37-41A4-3F24518E4947}"/>
          </ac:spMkLst>
        </pc:spChg>
        <pc:spChg chg="mod">
          <ac:chgData name="Erik Ejlskov Jensen (Delegate)" userId="4aa40976-d7c6-47fa-b4ba-cf0621f5de0c" providerId="ADAL" clId="{6D7A88D4-C5F0-4994-984B-E2718CD50A90}" dt="2024-06-08T11:14:51.968" v="296" actId="20577"/>
          <ac:spMkLst>
            <pc:docMk/>
            <pc:sldMk cId="444966036" sldId="262"/>
            <ac:spMk id="3" creationId="{06A2C36F-C917-86A8-8B29-6EACDD7E4F12}"/>
          </ac:spMkLst>
        </pc:spChg>
      </pc:sldChg>
      <pc:sldChg chg="modSp new del mod">
        <pc:chgData name="Erik Ejlskov Jensen (Delegate)" userId="4aa40976-d7c6-47fa-b4ba-cf0621f5de0c" providerId="ADAL" clId="{6D7A88D4-C5F0-4994-984B-E2718CD50A90}" dt="2024-06-08T11:30:20.542" v="309" actId="47"/>
        <pc:sldMkLst>
          <pc:docMk/>
          <pc:sldMk cId="2855933629" sldId="263"/>
        </pc:sldMkLst>
        <pc:spChg chg="mod">
          <ac:chgData name="Erik Ejlskov Jensen (Delegate)" userId="4aa40976-d7c6-47fa-b4ba-cf0621f5de0c" providerId="ADAL" clId="{6D7A88D4-C5F0-4994-984B-E2718CD50A90}" dt="2024-06-08T11:30:03.999" v="301" actId="20577"/>
          <ac:spMkLst>
            <pc:docMk/>
            <pc:sldMk cId="2855933629" sldId="263"/>
            <ac:spMk id="2" creationId="{6FDCB942-34B0-A7DB-43F9-BE76AEE31C7F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30:17.768" v="308" actId="20577"/>
        <pc:sldMkLst>
          <pc:docMk/>
          <pc:sldMk cId="41144073" sldId="264"/>
        </pc:sldMkLst>
        <pc:spChg chg="mod">
          <ac:chgData name="Erik Ejlskov Jensen (Delegate)" userId="4aa40976-d7c6-47fa-b4ba-cf0621f5de0c" providerId="ADAL" clId="{6D7A88D4-C5F0-4994-984B-E2718CD50A90}" dt="2024-06-08T11:30:17.768" v="308" actId="20577"/>
          <ac:spMkLst>
            <pc:docMk/>
            <pc:sldMk cId="41144073" sldId="264"/>
            <ac:spMk id="2" creationId="{46764B13-08C2-5DF8-A53C-BFEC16E91C07}"/>
          </ac:spMkLst>
        </pc:spChg>
      </pc:sldChg>
      <pc:sldChg chg="modSp new mod">
        <pc:chgData name="Erik Ejlskov Jensen (Delegate)" userId="4aa40976-d7c6-47fa-b4ba-cf0621f5de0c" providerId="ADAL" clId="{6D7A88D4-C5F0-4994-984B-E2718CD50A90}" dt="2024-06-08T11:30:32.168" v="315" actId="20577"/>
        <pc:sldMkLst>
          <pc:docMk/>
          <pc:sldMk cId="3659650217" sldId="265"/>
        </pc:sldMkLst>
        <pc:spChg chg="mod">
          <ac:chgData name="Erik Ejlskov Jensen (Delegate)" userId="4aa40976-d7c6-47fa-b4ba-cf0621f5de0c" providerId="ADAL" clId="{6D7A88D4-C5F0-4994-984B-E2718CD50A90}" dt="2024-06-08T11:30:32.168" v="315" actId="20577"/>
          <ac:spMkLst>
            <pc:docMk/>
            <pc:sldMk cId="3659650217" sldId="265"/>
            <ac:spMk id="2" creationId="{B403F286-DD29-2236-7333-80878DDF851A}"/>
          </ac:spMkLst>
        </pc:spChg>
      </pc:sldChg>
      <pc:sldChg chg="addSp modSp new mod setBg">
        <pc:chgData name="Erik Ejlskov Jensen (Delegate)" userId="4aa40976-d7c6-47fa-b4ba-cf0621f5de0c" providerId="ADAL" clId="{6D7A88D4-C5F0-4994-984B-E2718CD50A90}" dt="2024-06-08T11:37:32.132" v="516" actId="14100"/>
        <pc:sldMkLst>
          <pc:docMk/>
          <pc:sldMk cId="1406646759" sldId="266"/>
        </pc:sldMkLst>
        <pc:spChg chg="mo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2" creationId="{852AC18E-06F7-297B-4A55-D3F36AEDEDBD}"/>
          </ac:spMkLst>
        </pc:spChg>
        <pc:spChg chg="mod">
          <ac:chgData name="Erik Ejlskov Jensen (Delegate)" userId="4aa40976-d7c6-47fa-b4ba-cf0621f5de0c" providerId="ADAL" clId="{6D7A88D4-C5F0-4994-984B-E2718CD50A90}" dt="2024-06-08T11:37:32.132" v="516" actId="14100"/>
          <ac:spMkLst>
            <pc:docMk/>
            <pc:sldMk cId="1406646759" sldId="266"/>
            <ac:spMk id="3" creationId="{98B6C42F-8CB3-FB57-D11C-4033DD156FEC}"/>
          </ac:spMkLst>
        </pc:spChg>
        <pc:spChg chg="ad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10" creationId="{743AA782-23D1-4521-8CAD-47662984AA08}"/>
          </ac:spMkLst>
        </pc:spChg>
        <pc:spChg chg="add">
          <ac:chgData name="Erik Ejlskov Jensen (Delegate)" userId="4aa40976-d7c6-47fa-b4ba-cf0621f5de0c" providerId="ADAL" clId="{6D7A88D4-C5F0-4994-984B-E2718CD50A90}" dt="2024-06-08T11:36:53.446" v="506" actId="26606"/>
          <ac:spMkLst>
            <pc:docMk/>
            <pc:sldMk cId="1406646759" sldId="266"/>
            <ac:spMk id="12" creationId="{71877DBC-BB60-40F0-AC93-2ACDBAAE60CE}"/>
          </ac:spMkLst>
        </pc:spChg>
        <pc:picChg chg="add mod">
          <ac:chgData name="Erik Ejlskov Jensen (Delegate)" userId="4aa40976-d7c6-47fa-b4ba-cf0621f5de0c" providerId="ADAL" clId="{6D7A88D4-C5F0-4994-984B-E2718CD50A90}" dt="2024-06-08T11:37:29.050" v="515" actId="14100"/>
          <ac:picMkLst>
            <pc:docMk/>
            <pc:sldMk cId="1406646759" sldId="266"/>
            <ac:picMk id="5" creationId="{1ACEDAF7-1A70-3E40-9618-12BBF5CB9F25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/ import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r>
            <a:rPr lang="da-DK" dirty="0"/>
            <a:t> &amp; </a:t>
          </a:r>
          <a:br>
            <a:rPr lang="da-DK" dirty="0"/>
          </a:br>
          <a:r>
            <a:rPr lang="da-DK" dirty="0" err="1"/>
            <a:t>Analyze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SQL </a:t>
          </a:r>
          <a:r>
            <a:rPr lang="da-DK" dirty="0" err="1"/>
            <a:t>project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36BBC-D81E-42EA-8814-7E859746F3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D31FCD-BEA3-4E13-A349-283D8C644A65}">
      <dgm:prSet/>
      <dgm:spPr/>
      <dgm:t>
        <a:bodyPr/>
        <a:lstStyle/>
        <a:p>
          <a:r>
            <a:rPr lang="da-DK"/>
            <a:t>Use a SQL Project for highest fidelity and CI/CD capabilities</a:t>
          </a:r>
          <a:endParaRPr lang="en-US"/>
        </a:p>
      </dgm:t>
    </dgm:pt>
    <dgm:pt modelId="{AED4B9C7-B207-4C53-A4A4-BA2C00906B29}" type="parTrans" cxnId="{D26F34F0-F6C0-4985-9523-DA0AD6652910}">
      <dgm:prSet/>
      <dgm:spPr/>
      <dgm:t>
        <a:bodyPr/>
        <a:lstStyle/>
        <a:p>
          <a:endParaRPr lang="en-US"/>
        </a:p>
      </dgm:t>
    </dgm:pt>
    <dgm:pt modelId="{0C66129C-6AC3-458C-A0AE-7FE6F68E8EB1}" type="sibTrans" cxnId="{D26F34F0-F6C0-4985-9523-DA0AD6652910}">
      <dgm:prSet/>
      <dgm:spPr/>
      <dgm:t>
        <a:bodyPr/>
        <a:lstStyle/>
        <a:p>
          <a:endParaRPr lang="en-US"/>
        </a:p>
      </dgm:t>
    </dgm:pt>
    <dgm:pt modelId="{DA4BC2C4-818A-45A7-8527-31C921D9D9C7}">
      <dgm:prSet/>
      <dgm:spPr/>
      <dgm:t>
        <a:bodyPr/>
        <a:lstStyle/>
        <a:p>
          <a:r>
            <a:rPr lang="da-DK"/>
            <a:t>Use rule manager and docs to decide on rules to use</a:t>
          </a:r>
          <a:endParaRPr lang="en-US"/>
        </a:p>
      </dgm:t>
    </dgm:pt>
    <dgm:pt modelId="{FBCA1225-6FAC-4054-B852-59B010D42047}" type="parTrans" cxnId="{4E64632D-9889-4C94-B5EA-27BE95783104}">
      <dgm:prSet/>
      <dgm:spPr/>
      <dgm:t>
        <a:bodyPr/>
        <a:lstStyle/>
        <a:p>
          <a:endParaRPr lang="en-US"/>
        </a:p>
      </dgm:t>
    </dgm:pt>
    <dgm:pt modelId="{F8BB8B09-30EB-426F-8690-AD487504FB8A}" type="sibTrans" cxnId="{4E64632D-9889-4C94-B5EA-27BE95783104}">
      <dgm:prSet/>
      <dgm:spPr/>
      <dgm:t>
        <a:bodyPr/>
        <a:lstStyle/>
        <a:p>
          <a:endParaRPr lang="en-US"/>
        </a:p>
      </dgm:t>
    </dgm:pt>
    <dgm:pt modelId="{A308C7B6-7905-40A9-B013-92C262380F61}">
      <dgm:prSet/>
      <dgm:spPr/>
      <dgm:t>
        <a:bodyPr/>
        <a:lstStyle/>
        <a:p>
          <a:r>
            <a:rPr lang="da-DK"/>
            <a:t>Customize or even create / contribute your own rules</a:t>
          </a:r>
          <a:endParaRPr lang="en-US"/>
        </a:p>
      </dgm:t>
    </dgm:pt>
    <dgm:pt modelId="{7A9AB92C-32D7-4A44-9B56-05896C014EED}" type="parTrans" cxnId="{587BF81E-C374-4B34-BC2F-1E86099B6EA2}">
      <dgm:prSet/>
      <dgm:spPr/>
      <dgm:t>
        <a:bodyPr/>
        <a:lstStyle/>
        <a:p>
          <a:endParaRPr lang="en-US"/>
        </a:p>
      </dgm:t>
    </dgm:pt>
    <dgm:pt modelId="{5A0B0A50-D6F7-45CE-9388-DC4CCBEE56EE}" type="sibTrans" cxnId="{587BF81E-C374-4B34-BC2F-1E86099B6EA2}">
      <dgm:prSet/>
      <dgm:spPr/>
      <dgm:t>
        <a:bodyPr/>
        <a:lstStyle/>
        <a:p>
          <a:endParaRPr lang="en-US"/>
        </a:p>
      </dgm:t>
    </dgm:pt>
    <dgm:pt modelId="{70DA36AB-856F-44E9-89B8-6FB91D4721B4}" type="pres">
      <dgm:prSet presAssocID="{E5E36BBC-D81E-42EA-8814-7E859746F3D1}" presName="root" presStyleCnt="0">
        <dgm:presLayoutVars>
          <dgm:dir/>
          <dgm:resizeHandles val="exact"/>
        </dgm:presLayoutVars>
      </dgm:prSet>
      <dgm:spPr/>
    </dgm:pt>
    <dgm:pt modelId="{E9D75841-B2C0-4DBF-AD0C-F7B89D7D58C7}" type="pres">
      <dgm:prSet presAssocID="{A4D31FCD-BEA3-4E13-A349-283D8C644A65}" presName="compNode" presStyleCnt="0"/>
      <dgm:spPr/>
    </dgm:pt>
    <dgm:pt modelId="{804DF21D-7F24-4E32-9A88-3A568CE7B475}" type="pres">
      <dgm:prSet presAssocID="{A4D31FCD-BEA3-4E13-A349-283D8C644A65}" presName="bgRect" presStyleLbl="bgShp" presStyleIdx="0" presStyleCnt="3"/>
      <dgm:spPr/>
    </dgm:pt>
    <dgm:pt modelId="{CD4498BA-4E17-4FFC-BB91-1EF2A5575E91}" type="pres">
      <dgm:prSet presAssocID="{A4D31FCD-BEA3-4E13-A349-283D8C644A6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932EA32-6F3D-433C-AE25-7AB7997926F2}" type="pres">
      <dgm:prSet presAssocID="{A4D31FCD-BEA3-4E13-A349-283D8C644A65}" presName="spaceRect" presStyleCnt="0"/>
      <dgm:spPr/>
    </dgm:pt>
    <dgm:pt modelId="{35DBC973-9024-4DAE-8EE8-364A3A93A2FD}" type="pres">
      <dgm:prSet presAssocID="{A4D31FCD-BEA3-4E13-A349-283D8C644A65}" presName="parTx" presStyleLbl="revTx" presStyleIdx="0" presStyleCnt="3">
        <dgm:presLayoutVars>
          <dgm:chMax val="0"/>
          <dgm:chPref val="0"/>
        </dgm:presLayoutVars>
      </dgm:prSet>
      <dgm:spPr/>
    </dgm:pt>
    <dgm:pt modelId="{0BC0F865-75DC-4475-9AF9-C6039718156F}" type="pres">
      <dgm:prSet presAssocID="{0C66129C-6AC3-458C-A0AE-7FE6F68E8EB1}" presName="sibTrans" presStyleCnt="0"/>
      <dgm:spPr/>
    </dgm:pt>
    <dgm:pt modelId="{606DF1AB-6EAD-49A4-886A-E69879C22DF3}" type="pres">
      <dgm:prSet presAssocID="{DA4BC2C4-818A-45A7-8527-31C921D9D9C7}" presName="compNode" presStyleCnt="0"/>
      <dgm:spPr/>
    </dgm:pt>
    <dgm:pt modelId="{4DDD2704-599C-416B-9F7B-042FA7C30074}" type="pres">
      <dgm:prSet presAssocID="{DA4BC2C4-818A-45A7-8527-31C921D9D9C7}" presName="bgRect" presStyleLbl="bgShp" presStyleIdx="1" presStyleCnt="3"/>
      <dgm:spPr/>
    </dgm:pt>
    <dgm:pt modelId="{3F816969-BD5E-4785-9507-C1020C52B77A}" type="pres">
      <dgm:prSet presAssocID="{DA4BC2C4-818A-45A7-8527-31C921D9D9C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A1AAA61-5011-4E9C-B23E-F686EE816194}" type="pres">
      <dgm:prSet presAssocID="{DA4BC2C4-818A-45A7-8527-31C921D9D9C7}" presName="spaceRect" presStyleCnt="0"/>
      <dgm:spPr/>
    </dgm:pt>
    <dgm:pt modelId="{1EC55CB6-216F-42AC-A9BD-C10C8D049912}" type="pres">
      <dgm:prSet presAssocID="{DA4BC2C4-818A-45A7-8527-31C921D9D9C7}" presName="parTx" presStyleLbl="revTx" presStyleIdx="1" presStyleCnt="3">
        <dgm:presLayoutVars>
          <dgm:chMax val="0"/>
          <dgm:chPref val="0"/>
        </dgm:presLayoutVars>
      </dgm:prSet>
      <dgm:spPr/>
    </dgm:pt>
    <dgm:pt modelId="{557E1B50-A82C-421B-B418-91C239819455}" type="pres">
      <dgm:prSet presAssocID="{F8BB8B09-30EB-426F-8690-AD487504FB8A}" presName="sibTrans" presStyleCnt="0"/>
      <dgm:spPr/>
    </dgm:pt>
    <dgm:pt modelId="{6B468AB9-31BB-4336-BD70-B52C107E4DD1}" type="pres">
      <dgm:prSet presAssocID="{A308C7B6-7905-40A9-B013-92C262380F61}" presName="compNode" presStyleCnt="0"/>
      <dgm:spPr/>
    </dgm:pt>
    <dgm:pt modelId="{E1852A47-81F7-4E1A-A30B-3DAFDACB49CD}" type="pres">
      <dgm:prSet presAssocID="{A308C7B6-7905-40A9-B013-92C262380F61}" presName="bgRect" presStyleLbl="bgShp" presStyleIdx="2" presStyleCnt="3"/>
      <dgm:spPr/>
    </dgm:pt>
    <dgm:pt modelId="{5F5CD972-56DF-44FA-85B1-C7C6FF5A1431}" type="pres">
      <dgm:prSet presAssocID="{A308C7B6-7905-40A9-B013-92C262380F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859CEF4-B81E-4A8A-99B6-907F1CA52941}" type="pres">
      <dgm:prSet presAssocID="{A308C7B6-7905-40A9-B013-92C262380F61}" presName="spaceRect" presStyleCnt="0"/>
      <dgm:spPr/>
    </dgm:pt>
    <dgm:pt modelId="{9B0E17FD-C3E2-433A-B9E4-ECEECCE0BED3}" type="pres">
      <dgm:prSet presAssocID="{A308C7B6-7905-40A9-B013-92C262380F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7BF81E-C374-4B34-BC2F-1E86099B6EA2}" srcId="{E5E36BBC-D81E-42EA-8814-7E859746F3D1}" destId="{A308C7B6-7905-40A9-B013-92C262380F61}" srcOrd="2" destOrd="0" parTransId="{7A9AB92C-32D7-4A44-9B56-05896C014EED}" sibTransId="{5A0B0A50-D6F7-45CE-9388-DC4CCBEE56EE}"/>
    <dgm:cxn modelId="{4E64632D-9889-4C94-B5EA-27BE95783104}" srcId="{E5E36BBC-D81E-42EA-8814-7E859746F3D1}" destId="{DA4BC2C4-818A-45A7-8527-31C921D9D9C7}" srcOrd="1" destOrd="0" parTransId="{FBCA1225-6FAC-4054-B852-59B010D42047}" sibTransId="{F8BB8B09-30EB-426F-8690-AD487504FB8A}"/>
    <dgm:cxn modelId="{DD2E206B-08AA-4F9C-9FA2-604941B993B1}" type="presOf" srcId="{A308C7B6-7905-40A9-B013-92C262380F61}" destId="{9B0E17FD-C3E2-433A-B9E4-ECEECCE0BED3}" srcOrd="0" destOrd="0" presId="urn:microsoft.com/office/officeart/2018/2/layout/IconVerticalSolidList"/>
    <dgm:cxn modelId="{C63EFD4F-B55E-468B-84AE-C1DAAA2EC6CD}" type="presOf" srcId="{E5E36BBC-D81E-42EA-8814-7E859746F3D1}" destId="{70DA36AB-856F-44E9-89B8-6FB91D4721B4}" srcOrd="0" destOrd="0" presId="urn:microsoft.com/office/officeart/2018/2/layout/IconVerticalSolidList"/>
    <dgm:cxn modelId="{6E4D5158-61F9-4EE0-A9E9-968CB5E1340A}" type="presOf" srcId="{DA4BC2C4-818A-45A7-8527-31C921D9D9C7}" destId="{1EC55CB6-216F-42AC-A9BD-C10C8D049912}" srcOrd="0" destOrd="0" presId="urn:microsoft.com/office/officeart/2018/2/layout/IconVerticalSolidList"/>
    <dgm:cxn modelId="{D26F34F0-F6C0-4985-9523-DA0AD6652910}" srcId="{E5E36BBC-D81E-42EA-8814-7E859746F3D1}" destId="{A4D31FCD-BEA3-4E13-A349-283D8C644A65}" srcOrd="0" destOrd="0" parTransId="{AED4B9C7-B207-4C53-A4A4-BA2C00906B29}" sibTransId="{0C66129C-6AC3-458C-A0AE-7FE6F68E8EB1}"/>
    <dgm:cxn modelId="{1E98FBFE-0652-4D8E-8EF5-1C84D10AE977}" type="presOf" srcId="{A4D31FCD-BEA3-4E13-A349-283D8C644A65}" destId="{35DBC973-9024-4DAE-8EE8-364A3A93A2FD}" srcOrd="0" destOrd="0" presId="urn:microsoft.com/office/officeart/2018/2/layout/IconVerticalSolidList"/>
    <dgm:cxn modelId="{198A6D78-3DA8-43D8-9258-0C2FD4724C45}" type="presParOf" srcId="{70DA36AB-856F-44E9-89B8-6FB91D4721B4}" destId="{E9D75841-B2C0-4DBF-AD0C-F7B89D7D58C7}" srcOrd="0" destOrd="0" presId="urn:microsoft.com/office/officeart/2018/2/layout/IconVerticalSolidList"/>
    <dgm:cxn modelId="{0B60FA04-86B7-4195-A052-BAA159E77CD6}" type="presParOf" srcId="{E9D75841-B2C0-4DBF-AD0C-F7B89D7D58C7}" destId="{804DF21D-7F24-4E32-9A88-3A568CE7B475}" srcOrd="0" destOrd="0" presId="urn:microsoft.com/office/officeart/2018/2/layout/IconVerticalSolidList"/>
    <dgm:cxn modelId="{37DCC10B-E7E7-4191-8C2D-EA4D661D974B}" type="presParOf" srcId="{E9D75841-B2C0-4DBF-AD0C-F7B89D7D58C7}" destId="{CD4498BA-4E17-4FFC-BB91-1EF2A5575E91}" srcOrd="1" destOrd="0" presId="urn:microsoft.com/office/officeart/2018/2/layout/IconVerticalSolidList"/>
    <dgm:cxn modelId="{462441DE-7619-487E-95B6-96ACEF947851}" type="presParOf" srcId="{E9D75841-B2C0-4DBF-AD0C-F7B89D7D58C7}" destId="{4932EA32-6F3D-433C-AE25-7AB7997926F2}" srcOrd="2" destOrd="0" presId="urn:microsoft.com/office/officeart/2018/2/layout/IconVerticalSolidList"/>
    <dgm:cxn modelId="{707EFED7-63FF-491E-9814-DF2949A0D7C9}" type="presParOf" srcId="{E9D75841-B2C0-4DBF-AD0C-F7B89D7D58C7}" destId="{35DBC973-9024-4DAE-8EE8-364A3A93A2FD}" srcOrd="3" destOrd="0" presId="urn:microsoft.com/office/officeart/2018/2/layout/IconVerticalSolidList"/>
    <dgm:cxn modelId="{1B568486-80EB-4AF2-819A-52A483597EB0}" type="presParOf" srcId="{70DA36AB-856F-44E9-89B8-6FB91D4721B4}" destId="{0BC0F865-75DC-4475-9AF9-C6039718156F}" srcOrd="1" destOrd="0" presId="urn:microsoft.com/office/officeart/2018/2/layout/IconVerticalSolidList"/>
    <dgm:cxn modelId="{7C2C4AC2-A8CF-41C8-A26C-96850FA10C4E}" type="presParOf" srcId="{70DA36AB-856F-44E9-89B8-6FB91D4721B4}" destId="{606DF1AB-6EAD-49A4-886A-E69879C22DF3}" srcOrd="2" destOrd="0" presId="urn:microsoft.com/office/officeart/2018/2/layout/IconVerticalSolidList"/>
    <dgm:cxn modelId="{7B804178-7E45-4BB9-B36E-74FAFC085215}" type="presParOf" srcId="{606DF1AB-6EAD-49A4-886A-E69879C22DF3}" destId="{4DDD2704-599C-416B-9F7B-042FA7C30074}" srcOrd="0" destOrd="0" presId="urn:microsoft.com/office/officeart/2018/2/layout/IconVerticalSolidList"/>
    <dgm:cxn modelId="{BB345270-5E55-4368-9FF7-A1C9744F4126}" type="presParOf" srcId="{606DF1AB-6EAD-49A4-886A-E69879C22DF3}" destId="{3F816969-BD5E-4785-9507-C1020C52B77A}" srcOrd="1" destOrd="0" presId="urn:microsoft.com/office/officeart/2018/2/layout/IconVerticalSolidList"/>
    <dgm:cxn modelId="{EA47F395-A5A4-431E-BCC8-48732116DACE}" type="presParOf" srcId="{606DF1AB-6EAD-49A4-886A-E69879C22DF3}" destId="{0A1AAA61-5011-4E9C-B23E-F686EE816194}" srcOrd="2" destOrd="0" presId="urn:microsoft.com/office/officeart/2018/2/layout/IconVerticalSolidList"/>
    <dgm:cxn modelId="{B75E092D-C2A3-4AC0-8F73-DC52DB84B4DA}" type="presParOf" srcId="{606DF1AB-6EAD-49A4-886A-E69879C22DF3}" destId="{1EC55CB6-216F-42AC-A9BD-C10C8D049912}" srcOrd="3" destOrd="0" presId="urn:microsoft.com/office/officeart/2018/2/layout/IconVerticalSolidList"/>
    <dgm:cxn modelId="{3D93EBBF-2E12-410B-98F3-0DED55226DD8}" type="presParOf" srcId="{70DA36AB-856F-44E9-89B8-6FB91D4721B4}" destId="{557E1B50-A82C-421B-B418-91C239819455}" srcOrd="3" destOrd="0" presId="urn:microsoft.com/office/officeart/2018/2/layout/IconVerticalSolidList"/>
    <dgm:cxn modelId="{783E5593-A47E-4354-85CE-5ADE2CABE289}" type="presParOf" srcId="{70DA36AB-856F-44E9-89B8-6FB91D4721B4}" destId="{6B468AB9-31BB-4336-BD70-B52C107E4DD1}" srcOrd="4" destOrd="0" presId="urn:microsoft.com/office/officeart/2018/2/layout/IconVerticalSolidList"/>
    <dgm:cxn modelId="{B38A2551-21C9-4984-9473-4A33F1730CCE}" type="presParOf" srcId="{6B468AB9-31BB-4336-BD70-B52C107E4DD1}" destId="{E1852A47-81F7-4E1A-A30B-3DAFDACB49CD}" srcOrd="0" destOrd="0" presId="urn:microsoft.com/office/officeart/2018/2/layout/IconVerticalSolidList"/>
    <dgm:cxn modelId="{98CFEDE9-294A-4742-BCE5-A7A723E409F3}" type="presParOf" srcId="{6B468AB9-31BB-4336-BD70-B52C107E4DD1}" destId="{5F5CD972-56DF-44FA-85B1-C7C6FF5A1431}" srcOrd="1" destOrd="0" presId="urn:microsoft.com/office/officeart/2018/2/layout/IconVerticalSolidList"/>
    <dgm:cxn modelId="{EA3FDC85-522D-429E-A5DB-7DD44307C14B}" type="presParOf" srcId="{6B468AB9-31BB-4336-BD70-B52C107E4DD1}" destId="{5859CEF4-B81E-4A8A-99B6-907F1CA52941}" srcOrd="2" destOrd="0" presId="urn:microsoft.com/office/officeart/2018/2/layout/IconVerticalSolidList"/>
    <dgm:cxn modelId="{F6CF22B4-7F4A-4345-AD1D-1E7E95951E4D}" type="presParOf" srcId="{6B468AB9-31BB-4336-BD70-B52C107E4DD1}" destId="{9B0E17FD-C3E2-433A-B9E4-ECEECCE0BE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ED346D-588F-459C-86F0-9966F1CB017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E6C6F9-93E9-4504-ABF4-7B8D1E2B3E19}">
      <dgm:prSet/>
      <dgm:spPr/>
      <dgm:t>
        <a:bodyPr/>
        <a:lstStyle/>
        <a:p>
          <a:r>
            <a:rPr lang="da-DK"/>
            <a:t>Use when no SQL Projects in use</a:t>
          </a:r>
          <a:endParaRPr lang="en-US"/>
        </a:p>
      </dgm:t>
    </dgm:pt>
    <dgm:pt modelId="{434709F5-779E-41C7-92A1-2CC484EFE168}" type="parTrans" cxnId="{616B06F1-019A-4BEE-A21E-99AFE3E61A4C}">
      <dgm:prSet/>
      <dgm:spPr/>
      <dgm:t>
        <a:bodyPr/>
        <a:lstStyle/>
        <a:p>
          <a:endParaRPr lang="en-US"/>
        </a:p>
      </dgm:t>
    </dgm:pt>
    <dgm:pt modelId="{6A600146-DE05-4644-85BC-EE4F63A566DF}" type="sibTrans" cxnId="{616B06F1-019A-4BEE-A21E-99AFE3E61A4C}">
      <dgm:prSet/>
      <dgm:spPr/>
      <dgm:t>
        <a:bodyPr/>
        <a:lstStyle/>
        <a:p>
          <a:endParaRPr lang="en-US"/>
        </a:p>
      </dgm:t>
    </dgm:pt>
    <dgm:pt modelId="{824EBA7E-C12F-4097-808E-435CCA64426E}">
      <dgm:prSet/>
      <dgm:spPr/>
      <dgm:t>
        <a:bodyPr/>
        <a:lstStyle/>
        <a:p>
          <a:r>
            <a:rPr lang="da-DK"/>
            <a:t>Also to analyze existing database or .dacpac</a:t>
          </a:r>
          <a:endParaRPr lang="en-US"/>
        </a:p>
      </dgm:t>
    </dgm:pt>
    <dgm:pt modelId="{5F6F58CA-13C3-4FD0-A6EA-0B128FD871F6}" type="parTrans" cxnId="{4ABBA895-AE59-4994-8754-05DF1D1F84B2}">
      <dgm:prSet/>
      <dgm:spPr/>
      <dgm:t>
        <a:bodyPr/>
        <a:lstStyle/>
        <a:p>
          <a:endParaRPr lang="en-US"/>
        </a:p>
      </dgm:t>
    </dgm:pt>
    <dgm:pt modelId="{81EDBE3C-4CF8-4670-AC5A-B1EA4F30816D}" type="sibTrans" cxnId="{4ABBA895-AE59-4994-8754-05DF1D1F84B2}">
      <dgm:prSet/>
      <dgm:spPr/>
      <dgm:t>
        <a:bodyPr/>
        <a:lstStyle/>
        <a:p>
          <a:endParaRPr lang="en-US"/>
        </a:p>
      </dgm:t>
    </dgm:pt>
    <dgm:pt modelId="{62B58F4F-CFF9-4528-96D7-ED732BB6FB2E}">
      <dgm:prSet/>
      <dgm:spPr/>
      <dgm:t>
        <a:bodyPr/>
        <a:lstStyle/>
        <a:p>
          <a:r>
            <a:rPr lang="da-DK"/>
            <a:t>Enable the local MCP Server to provide code fixes</a:t>
          </a:r>
          <a:endParaRPr lang="en-US"/>
        </a:p>
      </dgm:t>
    </dgm:pt>
    <dgm:pt modelId="{A8918E07-7CF1-4383-8389-C25DF6D4FABA}" type="parTrans" cxnId="{9F73A926-09DF-4E3F-B890-E88DBE78F40C}">
      <dgm:prSet/>
      <dgm:spPr/>
      <dgm:t>
        <a:bodyPr/>
        <a:lstStyle/>
        <a:p>
          <a:endParaRPr lang="en-US"/>
        </a:p>
      </dgm:t>
    </dgm:pt>
    <dgm:pt modelId="{3BDE9D5F-9792-481B-881F-C4082E36C224}" type="sibTrans" cxnId="{9F73A926-09DF-4E3F-B890-E88DBE78F40C}">
      <dgm:prSet/>
      <dgm:spPr/>
      <dgm:t>
        <a:bodyPr/>
        <a:lstStyle/>
        <a:p>
          <a:endParaRPr lang="en-US"/>
        </a:p>
      </dgm:t>
    </dgm:pt>
    <dgm:pt modelId="{BED8D0DF-56C3-4046-BF7B-75F18881D870}" type="pres">
      <dgm:prSet presAssocID="{C5ED346D-588F-459C-86F0-9966F1CB0179}" presName="linear" presStyleCnt="0">
        <dgm:presLayoutVars>
          <dgm:animLvl val="lvl"/>
          <dgm:resizeHandles val="exact"/>
        </dgm:presLayoutVars>
      </dgm:prSet>
      <dgm:spPr/>
    </dgm:pt>
    <dgm:pt modelId="{E1230AC1-4489-4DCE-A91C-DAFDDF238790}" type="pres">
      <dgm:prSet presAssocID="{79E6C6F9-93E9-4504-ABF4-7B8D1E2B3E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0354BF-3B35-4340-A127-CC0CE3AA7BE4}" type="pres">
      <dgm:prSet presAssocID="{6A600146-DE05-4644-85BC-EE4F63A566DF}" presName="spacer" presStyleCnt="0"/>
      <dgm:spPr/>
    </dgm:pt>
    <dgm:pt modelId="{4C830327-C526-4F9D-8AE5-426DFE073B03}" type="pres">
      <dgm:prSet presAssocID="{824EBA7E-C12F-4097-808E-435CCA6442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1A303E-B3D9-4A0A-9B33-CA71B64CF54B}" type="pres">
      <dgm:prSet presAssocID="{81EDBE3C-4CF8-4670-AC5A-B1EA4F30816D}" presName="spacer" presStyleCnt="0"/>
      <dgm:spPr/>
    </dgm:pt>
    <dgm:pt modelId="{E046F1F5-12C5-4C6E-8DC2-DD7F9AC6B9B4}" type="pres">
      <dgm:prSet presAssocID="{62B58F4F-CFF9-4528-96D7-ED732BB6FB2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F73A926-09DF-4E3F-B890-E88DBE78F40C}" srcId="{C5ED346D-588F-459C-86F0-9966F1CB0179}" destId="{62B58F4F-CFF9-4528-96D7-ED732BB6FB2E}" srcOrd="2" destOrd="0" parTransId="{A8918E07-7CF1-4383-8389-C25DF6D4FABA}" sibTransId="{3BDE9D5F-9792-481B-881F-C4082E36C224}"/>
    <dgm:cxn modelId="{FA116330-77CA-47E5-ADC5-D95F95AF11F0}" type="presOf" srcId="{62B58F4F-CFF9-4528-96D7-ED732BB6FB2E}" destId="{E046F1F5-12C5-4C6E-8DC2-DD7F9AC6B9B4}" srcOrd="0" destOrd="0" presId="urn:microsoft.com/office/officeart/2005/8/layout/vList2"/>
    <dgm:cxn modelId="{8B752A7A-2936-494F-8C24-196B4D049CA8}" type="presOf" srcId="{79E6C6F9-93E9-4504-ABF4-7B8D1E2B3E19}" destId="{E1230AC1-4489-4DCE-A91C-DAFDDF238790}" srcOrd="0" destOrd="0" presId="urn:microsoft.com/office/officeart/2005/8/layout/vList2"/>
    <dgm:cxn modelId="{4ABBA895-AE59-4994-8754-05DF1D1F84B2}" srcId="{C5ED346D-588F-459C-86F0-9966F1CB0179}" destId="{824EBA7E-C12F-4097-808E-435CCA64426E}" srcOrd="1" destOrd="0" parTransId="{5F6F58CA-13C3-4FD0-A6EA-0B128FD871F6}" sibTransId="{81EDBE3C-4CF8-4670-AC5A-B1EA4F30816D}"/>
    <dgm:cxn modelId="{312CE0A3-FABB-424E-A177-5E6884BD8854}" type="presOf" srcId="{824EBA7E-C12F-4097-808E-435CCA64426E}" destId="{4C830327-C526-4F9D-8AE5-426DFE073B03}" srcOrd="0" destOrd="0" presId="urn:microsoft.com/office/officeart/2005/8/layout/vList2"/>
    <dgm:cxn modelId="{265F47A9-54BB-438E-A876-41983C8061B3}" type="presOf" srcId="{C5ED346D-588F-459C-86F0-9966F1CB0179}" destId="{BED8D0DF-56C3-4046-BF7B-75F18881D870}" srcOrd="0" destOrd="0" presId="urn:microsoft.com/office/officeart/2005/8/layout/vList2"/>
    <dgm:cxn modelId="{616B06F1-019A-4BEE-A21E-99AFE3E61A4C}" srcId="{C5ED346D-588F-459C-86F0-9966F1CB0179}" destId="{79E6C6F9-93E9-4504-ABF4-7B8D1E2B3E19}" srcOrd="0" destOrd="0" parTransId="{434709F5-779E-41C7-92A1-2CC484EFE168}" sibTransId="{6A600146-DE05-4644-85BC-EE4F63A566DF}"/>
    <dgm:cxn modelId="{AB4C9066-8B92-4054-82AE-BE5233BD5550}" type="presParOf" srcId="{BED8D0DF-56C3-4046-BF7B-75F18881D870}" destId="{E1230AC1-4489-4DCE-A91C-DAFDDF238790}" srcOrd="0" destOrd="0" presId="urn:microsoft.com/office/officeart/2005/8/layout/vList2"/>
    <dgm:cxn modelId="{BBC6F4B2-0A77-4D5D-BE0C-F3961C7A06C3}" type="presParOf" srcId="{BED8D0DF-56C3-4046-BF7B-75F18881D870}" destId="{F60354BF-3B35-4340-A127-CC0CE3AA7BE4}" srcOrd="1" destOrd="0" presId="urn:microsoft.com/office/officeart/2005/8/layout/vList2"/>
    <dgm:cxn modelId="{B5FE4DB8-A00A-40B1-9587-68C6EB624C91}" type="presParOf" srcId="{BED8D0DF-56C3-4046-BF7B-75F18881D870}" destId="{4C830327-C526-4F9D-8AE5-426DFE073B03}" srcOrd="2" destOrd="0" presId="urn:microsoft.com/office/officeart/2005/8/layout/vList2"/>
    <dgm:cxn modelId="{BE556EA8-F7B9-49C8-B08E-6C6041CC5FFD}" type="presParOf" srcId="{BED8D0DF-56C3-4046-BF7B-75F18881D870}" destId="{E91A303E-B3D9-4A0A-9B33-CA71B64CF54B}" srcOrd="3" destOrd="0" presId="urn:microsoft.com/office/officeart/2005/8/layout/vList2"/>
    <dgm:cxn modelId="{3731CB8B-DEB5-4807-9B3A-C57794F883AE}" type="presParOf" srcId="{BED8D0DF-56C3-4046-BF7B-75F18881D870}" destId="{E046F1F5-12C5-4C6E-8DC2-DD7F9AC6B9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a-DK"/>
        </a:p>
      </dgm:t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/ import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r>
            <a:rPr lang="da-DK" dirty="0"/>
            <a:t> &amp;</a:t>
          </a:r>
          <a:br>
            <a:rPr lang="da-DK" dirty="0"/>
          </a:br>
          <a:r>
            <a:rPr lang="da-DK" dirty="0" err="1"/>
            <a:t>Analyze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SQL </a:t>
          </a:r>
          <a:r>
            <a:rPr lang="da-DK" dirty="0" err="1"/>
            <a:t>project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Create</a:t>
          </a:r>
          <a:r>
            <a:rPr lang="da-DK" sz="1800" kern="1200" dirty="0"/>
            <a:t> SQL </a:t>
          </a:r>
          <a:r>
            <a:rPr lang="da-DK" sz="1800" kern="1200" dirty="0" err="1"/>
            <a:t>project</a:t>
          </a:r>
          <a:endParaRPr lang="da-DK" sz="18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Create</a:t>
          </a:r>
          <a:r>
            <a:rPr lang="da-DK" sz="1800" kern="1200" dirty="0"/>
            <a:t> / import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Build</a:t>
          </a:r>
          <a:r>
            <a:rPr lang="da-DK" sz="1800" kern="1200" dirty="0"/>
            <a:t> &amp; </a:t>
          </a:r>
          <a:br>
            <a:rPr lang="da-DK" sz="1800" kern="1200" dirty="0"/>
          </a:br>
          <a:r>
            <a:rPr lang="da-DK" sz="1800" kern="1200" dirty="0" err="1"/>
            <a:t>Analyze</a:t>
          </a:r>
          <a:endParaRPr lang="da-DK" sz="18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.</a:t>
          </a:r>
          <a:r>
            <a:rPr lang="da-DK" sz="1800" kern="1200" dirty="0" err="1"/>
            <a:t>dacpac</a:t>
          </a:r>
          <a:endParaRPr lang="da-DK" sz="18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Deploy</a:t>
          </a:r>
          <a:endParaRPr lang="da-DK" sz="1800" kern="1200" dirty="0"/>
        </a:p>
      </dsp:txBody>
      <dsp:txXfrm>
        <a:off x="8946720" y="1726125"/>
        <a:ext cx="1535772" cy="899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DF21D-7F24-4E32-9A88-3A568CE7B475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498BA-4E17-4FFC-BB91-1EF2A5575E91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BC973-9024-4DAE-8EE8-364A3A93A2FD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Use a SQL Project for highest fidelity and CI/CD capabilities</a:t>
          </a:r>
          <a:endParaRPr lang="en-US" sz="2500" kern="1200"/>
        </a:p>
      </dsp:txBody>
      <dsp:txXfrm>
        <a:off x="1939533" y="717"/>
        <a:ext cx="4362067" cy="1679249"/>
      </dsp:txXfrm>
    </dsp:sp>
    <dsp:sp modelId="{4DDD2704-599C-416B-9F7B-042FA7C30074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16969-BD5E-4785-9507-C1020C52B77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55CB6-216F-42AC-A9BD-C10C8D049912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Use rule manager and docs to decide on rules to use</a:t>
          </a:r>
          <a:endParaRPr lang="en-US" sz="2500" kern="1200"/>
        </a:p>
      </dsp:txBody>
      <dsp:txXfrm>
        <a:off x="1939533" y="2099779"/>
        <a:ext cx="4362067" cy="1679249"/>
      </dsp:txXfrm>
    </dsp:sp>
    <dsp:sp modelId="{E1852A47-81F7-4E1A-A30B-3DAFDACB49CD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5CD972-56DF-44FA-85B1-C7C6FF5A143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E17FD-C3E2-433A-B9E4-ECEECCE0BED3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Customize or even create / contribute your own rules</a:t>
          </a:r>
          <a:endParaRPr lang="en-US" sz="2500" kern="1200"/>
        </a:p>
      </dsp:txBody>
      <dsp:txXfrm>
        <a:off x="1939533" y="4198841"/>
        <a:ext cx="43620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30AC1-4489-4DCE-A91C-DAFDDF238790}">
      <dsp:nvSpPr>
        <dsp:cNvPr id="0" name=""/>
        <dsp:cNvSpPr/>
      </dsp:nvSpPr>
      <dsp:spPr>
        <a:xfrm>
          <a:off x="0" y="499954"/>
          <a:ext cx="6301601" cy="1551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900" kern="1200"/>
            <a:t>Use when no SQL Projects in use</a:t>
          </a:r>
          <a:endParaRPr lang="en-US" sz="3900" kern="1200"/>
        </a:p>
      </dsp:txBody>
      <dsp:txXfrm>
        <a:off x="75734" y="575688"/>
        <a:ext cx="6150133" cy="1399952"/>
      </dsp:txXfrm>
    </dsp:sp>
    <dsp:sp modelId="{4C830327-C526-4F9D-8AE5-426DFE073B03}">
      <dsp:nvSpPr>
        <dsp:cNvPr id="0" name=""/>
        <dsp:cNvSpPr/>
      </dsp:nvSpPr>
      <dsp:spPr>
        <a:xfrm>
          <a:off x="0" y="2163694"/>
          <a:ext cx="6301601" cy="15514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900" kern="1200"/>
            <a:t>Also to analyze existing database or .dacpac</a:t>
          </a:r>
          <a:endParaRPr lang="en-US" sz="3900" kern="1200"/>
        </a:p>
      </dsp:txBody>
      <dsp:txXfrm>
        <a:off x="75734" y="2239428"/>
        <a:ext cx="6150133" cy="1399952"/>
      </dsp:txXfrm>
    </dsp:sp>
    <dsp:sp modelId="{E046F1F5-12C5-4C6E-8DC2-DD7F9AC6B9B4}">
      <dsp:nvSpPr>
        <dsp:cNvPr id="0" name=""/>
        <dsp:cNvSpPr/>
      </dsp:nvSpPr>
      <dsp:spPr>
        <a:xfrm>
          <a:off x="0" y="3827434"/>
          <a:ext cx="6301601" cy="15514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900" kern="1200"/>
            <a:t>Enable the local MCP Server to provide code fixes</a:t>
          </a:r>
          <a:endParaRPr lang="en-US" sz="3900" kern="1200"/>
        </a:p>
      </dsp:txBody>
      <dsp:txXfrm>
        <a:off x="75734" y="3903168"/>
        <a:ext cx="6150133" cy="13999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Create</a:t>
          </a:r>
          <a:r>
            <a:rPr lang="da-DK" sz="2200" kern="1200" dirty="0"/>
            <a:t> .</a:t>
          </a:r>
          <a:r>
            <a:rPr lang="da-DK" sz="2200" kern="1200" dirty="0" err="1"/>
            <a:t>sqlproj</a:t>
          </a:r>
          <a:endParaRPr lang="da-DK" sz="22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Create</a:t>
          </a:r>
          <a:r>
            <a:rPr lang="da-DK" sz="22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Build</a:t>
          </a:r>
          <a:endParaRPr lang="da-DK" sz="22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/>
            <a:t>.</a:t>
          </a:r>
          <a:r>
            <a:rPr lang="da-DK" sz="2200" kern="1200" dirty="0" err="1"/>
            <a:t>dacpac</a:t>
          </a:r>
          <a:endParaRPr lang="da-DK" sz="22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 err="1"/>
            <a:t>Deploy</a:t>
          </a:r>
          <a:endParaRPr lang="da-DK" sz="2200" kern="1200" dirty="0"/>
        </a:p>
      </dsp:txBody>
      <dsp:txXfrm>
        <a:off x="8946720" y="1726125"/>
        <a:ext cx="1535772" cy="8990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Create</a:t>
          </a:r>
          <a:r>
            <a:rPr lang="da-DK" sz="1800" kern="1200" dirty="0"/>
            <a:t> SQL </a:t>
          </a:r>
          <a:r>
            <a:rPr lang="da-DK" sz="1800" kern="1200" dirty="0" err="1"/>
            <a:t>project</a:t>
          </a:r>
          <a:endParaRPr lang="da-DK" sz="18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Create</a:t>
          </a:r>
          <a:r>
            <a:rPr lang="da-DK" sz="1800" kern="1200" dirty="0"/>
            <a:t> / import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Build</a:t>
          </a:r>
          <a:r>
            <a:rPr lang="da-DK" sz="1800" kern="1200" dirty="0"/>
            <a:t> &amp;</a:t>
          </a:r>
          <a:br>
            <a:rPr lang="da-DK" sz="1800" kern="1200" dirty="0"/>
          </a:br>
          <a:r>
            <a:rPr lang="da-DK" sz="1800" kern="1200" dirty="0" err="1"/>
            <a:t>Analyze</a:t>
          </a:r>
          <a:endParaRPr lang="da-DK" sz="18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.</a:t>
          </a:r>
          <a:r>
            <a:rPr lang="da-DK" sz="1800" kern="1200" dirty="0" err="1"/>
            <a:t>dacpac</a:t>
          </a:r>
          <a:endParaRPr lang="da-DK" sz="18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4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 err="1"/>
            <a:t>Deploy</a:t>
          </a:r>
          <a:endParaRPr lang="da-DK" sz="1800" kern="1200" dirty="0"/>
        </a:p>
      </dsp:txBody>
      <dsp:txXfrm>
        <a:off x="8946720" y="1726125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C850-4D44-0887-F9C8-A6F919CD0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68770-871A-3C3A-95EA-1776628C8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2617-CE92-8BF5-8721-3CA876AD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E9C6-AB9E-B2BE-4AB5-77E43FAC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6098A-6F4B-94F5-6AA5-760C480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510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272D-5AC6-4E00-A6E1-1009ACE2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7BC2-2DAA-64FE-F6D8-1DFDAE4E9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B19B3-24FA-775D-1143-B609EC9B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1117D-5FB5-C171-AAD8-D499F76B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AC57E-A72B-A0DF-0A7E-1F4924D6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479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B36E-801C-96A1-9E94-74EAE81B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B8F3-938B-0FED-7E57-AE3A767B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3158-9871-3D34-0C60-653C45B5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CB2C2-6C36-FDFF-3B70-ADE71D56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2418C-39DD-370C-DD00-08AB01A0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58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7A47-50CE-91B6-F102-610EAD6B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0E97-5592-CC57-4EBC-5D1623661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BED77-4A6D-4874-FBDE-05DD6B0DC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C5B64-6ED8-7406-0823-9A216D01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07B6-33ED-A5AF-F427-FEA6CB147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22A49-BA2C-0AD1-0FFA-FD697092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378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7734-9F22-14A9-D05A-630B0FFA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33039-B9C2-B59B-97F5-8E0260A7F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7A39A-C3F0-AD1A-A960-B3BB2069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244DA-EA6B-05A8-59F6-A684CCD60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1F59A-AFE0-6831-9E33-6ABB847D0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9CFB7-0491-7CD6-87CA-4355E557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85816-7964-044B-956C-151D373F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78955-28BC-C095-B640-C3F804FE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435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FCC0-5BB2-0766-3B99-5A6D53FC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D77DE-B0FD-5316-7A83-08FF1084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4911A-34B5-8406-A6BC-DF6DFB3D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BFE2-D15C-603E-0241-75085829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967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3E653-A34C-E655-5BCA-A096AE88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0A571-1242-A560-6064-F2169989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B5CC2-D73F-DAB2-AC22-AFB89B2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698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CA01-4C2B-BB39-49DC-4F46CB37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A36C-051D-98B9-5464-A13D9118C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D3E96-4C41-5D88-E2D4-B7EAA222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413B7-FBAE-1E1E-AFD4-954A77C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A8C51-7087-6A49-C72F-95A932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B5461-0164-5F34-0715-F67A13F1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773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1F2D-EAF8-1C68-69FD-3D90A7FD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C70F8-C73A-1AE3-9A23-38BDC5B5E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46914-150C-ABBD-932D-1FA7F45D6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55467-2E42-9DB9-6B39-A0B9359D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69448-3119-6CEA-1F53-9203D554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E7CD-69CA-350E-D86E-F6DC3F54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205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F98F-2E63-8A16-C3B9-D5176D4A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0E29C-8944-0E63-68AF-F0D345C8C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598A-F6EC-1D08-1DC3-98D4D87A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16DE6-32EA-5E76-55E1-A4A0D90D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2FA8-F46B-F99C-71BF-B40A3066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258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0EB74-E70D-A6B6-E9DC-B977911CD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615E0-48DC-1EAE-7E0F-A9A2C99D9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D2DC7-1685-CC4C-73BF-B3933E3C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388B4-0188-C050-682C-87ED6B89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93726-A8E7-1F69-B6D5-E36DA4FC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014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04F60-4F3F-037F-A386-1535E1A0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872B-1145-1703-2354-6CFE16C65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5FF6-952D-0A3B-EA77-0EE28D146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FD589-5CEC-4C5D-B34D-E6C06527026F}" type="datetimeFigureOut">
              <a:rPr lang="da-DK" smtClean="0"/>
              <a:t>24-04-2026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54C88-E5A2-70B0-0F92-3DC1A4882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41709-C81A-B550-B097-39517C029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719DC-A868-4EEE-8965-B3A7A717A9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33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4BBA-3C89-47A9-FF8E-EEE5B7684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 your SQL database design with T-SQL code </a:t>
            </a:r>
            <a:r>
              <a:rPr lang="en-US"/>
              <a:t>analysis </a:t>
            </a:r>
            <a:br>
              <a:rPr lang="en-US"/>
            </a:br>
            <a:r>
              <a:rPr lang="en-US"/>
              <a:t>and Copilot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884AF-7137-D192-5617-7E4A22F3E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@ErikEJ</a:t>
            </a:r>
          </a:p>
        </p:txBody>
      </p:sp>
    </p:spTree>
    <p:extLst>
      <p:ext uri="{BB962C8B-B14F-4D97-AF65-F5344CB8AC3E}">
        <p14:creationId xmlns:p14="http://schemas.microsoft.com/office/powerpoint/2010/main" val="162952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C690F-CEF2-B3E0-B0A5-147BFD69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7" y="0"/>
            <a:ext cx="11154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4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amatic play">
            <a:extLst>
              <a:ext uri="{FF2B5EF4-FFF2-40B4-BE49-F238E27FC236}">
                <a16:creationId xmlns:a16="http://schemas.microsoft.com/office/drawing/2014/main" id="{10E3A8A1-F72B-6A2E-00DD-E379EDF0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95300"/>
            <a:ext cx="68580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89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60DA-856A-346A-7C68-17AEA45B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188E-213F-A5EC-6918-4E29E048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Challenges?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A231C-4780-226B-D583-D673A9555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Runtime </a:t>
            </a:r>
            <a:r>
              <a:rPr lang="da-DK" sz="3200" dirty="0" err="1"/>
              <a:t>errors</a:t>
            </a:r>
            <a:r>
              <a:rPr lang="da-DK" sz="3200" dirty="0"/>
              <a:t> in database due to </a:t>
            </a:r>
            <a:r>
              <a:rPr lang="da-DK" sz="3200" dirty="0" err="1"/>
              <a:t>uncaught</a:t>
            </a:r>
            <a:r>
              <a:rPr lang="da-DK" sz="3200" dirty="0"/>
              <a:t> </a:t>
            </a:r>
            <a:r>
              <a:rPr lang="da-DK" sz="3200" dirty="0" err="1"/>
              <a:t>syntax</a:t>
            </a:r>
            <a:r>
              <a:rPr lang="da-DK" sz="3200" dirty="0"/>
              <a:t> </a:t>
            </a:r>
            <a:r>
              <a:rPr lang="da-DK" sz="3200" dirty="0" err="1"/>
              <a:t>errors</a:t>
            </a:r>
            <a:endParaRPr lang="da-DK" sz="3200" dirty="0"/>
          </a:p>
          <a:p>
            <a:r>
              <a:rPr lang="da-DK" sz="3200" dirty="0"/>
              <a:t>No standard approach to </a:t>
            </a:r>
            <a:r>
              <a:rPr lang="da-DK" sz="3200" dirty="0" err="1"/>
              <a:t>naming</a:t>
            </a:r>
            <a:r>
              <a:rPr lang="da-DK" sz="3200" dirty="0"/>
              <a:t> or </a:t>
            </a:r>
            <a:r>
              <a:rPr lang="da-DK" sz="3200" dirty="0" err="1"/>
              <a:t>other</a:t>
            </a:r>
            <a:r>
              <a:rPr lang="da-DK" sz="3200" dirty="0"/>
              <a:t> database design ”business </a:t>
            </a:r>
            <a:r>
              <a:rPr lang="da-DK" sz="3200" dirty="0" err="1"/>
              <a:t>rules</a:t>
            </a:r>
            <a:r>
              <a:rPr lang="da-DK" sz="3200" dirty="0"/>
              <a:t>”</a:t>
            </a:r>
          </a:p>
          <a:p>
            <a:r>
              <a:rPr lang="da-DK" sz="3200" dirty="0"/>
              <a:t>No </a:t>
            </a:r>
            <a:r>
              <a:rPr lang="da-DK" sz="3200" dirty="0" err="1"/>
              <a:t>qualified</a:t>
            </a:r>
            <a:r>
              <a:rPr lang="da-DK" sz="3200" dirty="0"/>
              <a:t> </a:t>
            </a:r>
            <a:r>
              <a:rPr lang="da-DK" sz="3200" dirty="0" err="1"/>
              <a:t>review</a:t>
            </a:r>
            <a:r>
              <a:rPr lang="da-DK" sz="3200" dirty="0"/>
              <a:t> of </a:t>
            </a:r>
            <a:r>
              <a:rPr lang="da-DK" sz="3200" dirty="0" err="1"/>
              <a:t>schema</a:t>
            </a:r>
            <a:r>
              <a:rPr lang="da-DK" sz="3200" dirty="0"/>
              <a:t> design</a:t>
            </a:r>
          </a:p>
          <a:p>
            <a:r>
              <a:rPr lang="da-DK" sz="3200" dirty="0"/>
              <a:t>Feedback on </a:t>
            </a:r>
            <a:r>
              <a:rPr lang="da-DK" sz="3200" dirty="0" err="1"/>
              <a:t>schema</a:t>
            </a:r>
            <a:r>
              <a:rPr lang="da-DK" sz="3200" dirty="0"/>
              <a:t> design issues </a:t>
            </a:r>
            <a:r>
              <a:rPr lang="da-DK" sz="3200" dirty="0" err="1"/>
              <a:t>late</a:t>
            </a:r>
            <a:r>
              <a:rPr lang="da-DK" sz="3200" dirty="0"/>
              <a:t> in the </a:t>
            </a:r>
            <a:r>
              <a:rPr lang="da-DK" sz="3200" dirty="0" err="1"/>
              <a:t>process</a:t>
            </a:r>
            <a:endParaRPr lang="da-DK" sz="3200" dirty="0"/>
          </a:p>
          <a:p>
            <a:r>
              <a:rPr lang="da-DK" sz="3200" dirty="0"/>
              <a:t>No cross platform </a:t>
            </a:r>
            <a:r>
              <a:rPr lang="da-DK" sz="3200" dirty="0" err="1"/>
              <a:t>build</a:t>
            </a:r>
            <a:r>
              <a:rPr lang="da-DK" sz="3200" dirty="0"/>
              <a:t> and </a:t>
            </a:r>
            <a:r>
              <a:rPr lang="da-DK" sz="3200" dirty="0" err="1"/>
              <a:t>deployment</a:t>
            </a:r>
            <a:r>
              <a:rPr lang="da-DK" sz="3200" dirty="0"/>
              <a:t> support</a:t>
            </a:r>
          </a:p>
          <a:p>
            <a:r>
              <a:rPr lang="da-DK" sz="3200" dirty="0"/>
              <a:t>No proper </a:t>
            </a:r>
            <a:r>
              <a:rPr lang="da-DK" sz="3200" dirty="0" err="1"/>
              <a:t>NuGet</a:t>
            </a:r>
            <a:r>
              <a:rPr lang="da-DK" sz="3200" dirty="0"/>
              <a:t> integration (.</a:t>
            </a:r>
            <a:r>
              <a:rPr lang="da-DK" sz="3200" dirty="0" err="1"/>
              <a:t>dacpac</a:t>
            </a:r>
            <a:r>
              <a:rPr lang="da-DK" sz="3200" dirty="0"/>
              <a:t> files, </a:t>
            </a:r>
            <a:r>
              <a:rPr lang="da-DK" sz="3200" dirty="0" err="1"/>
              <a:t>rules</a:t>
            </a:r>
            <a:r>
              <a:rPr lang="da-DK" sz="3200" dirty="0"/>
              <a:t>)</a:t>
            </a:r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40457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3391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EA8AD58-26FA-0210-86E0-D5FC68EF60DD}"/>
              </a:ext>
            </a:extLst>
          </p:cNvPr>
          <p:cNvSpPr/>
          <p:nvPr/>
        </p:nvSpPr>
        <p:spPr>
          <a:xfrm>
            <a:off x="4140200" y="6091876"/>
            <a:ext cx="3894667" cy="69839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 err="1"/>
              <a:t>DacFX</a:t>
            </a:r>
            <a:endParaRPr lang="en-DK" sz="2800" dirty="0"/>
          </a:p>
        </p:txBody>
      </p:sp>
    </p:spTree>
    <p:extLst>
      <p:ext uri="{BB962C8B-B14F-4D97-AF65-F5344CB8AC3E}">
        <p14:creationId xmlns:p14="http://schemas.microsoft.com/office/powerpoint/2010/main" val="282563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4B13-08C2-5DF8-A53C-BFEC16E91C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Demo - SSMS 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93DD9-B1CE-0839-4E42-138D918D6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4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70CCC-E064-F5BD-0573-866F6217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Static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code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analysis</a:t>
            </a:r>
            <a:r>
              <a:rPr lang="da-DK" dirty="0">
                <a:solidFill>
                  <a:schemeClr val="bg1"/>
                </a:solidFill>
              </a:rPr>
              <a:t> in SSMS</a:t>
            </a:r>
            <a:endParaRPr lang="en-DK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E1B37F-F893-5C15-FF22-0176ACDEA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80377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07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D5E0-A843-CACE-201F-1D776C75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FD3A-4A24-AAC2-C857-E343214B1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Demo - CLI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C68DD-3923-9819-E61B-788A079057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985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C93F9-E920-C843-96EF-86723256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tsqlanalyze</a:t>
            </a:r>
            <a:r>
              <a:rPr lang="da-DK" dirty="0">
                <a:solidFill>
                  <a:schemeClr val="bg1"/>
                </a:solidFill>
              </a:rPr>
              <a:t> CLI </a:t>
            </a:r>
            <a:r>
              <a:rPr lang="da-DK" dirty="0" err="1">
                <a:solidFill>
                  <a:schemeClr val="bg1"/>
                </a:solidFill>
              </a:rPr>
              <a:t>recap</a:t>
            </a:r>
            <a:endParaRPr lang="en-DK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FD01BE-1758-45A3-E2F4-304D9CBE1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68557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186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BA3D-1D4D-7E61-1738-8D5A6CFD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E2BC-381C-A57E-FCAD-277D509E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Q  &amp; A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9D8A4D-BC32-FCB3-F0F4-F3C435D72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4317" y="1916599"/>
            <a:ext cx="6669580" cy="3930082"/>
          </a:xfrm>
        </p:spPr>
      </p:pic>
    </p:spTree>
    <p:extLst>
      <p:ext uri="{BB962C8B-B14F-4D97-AF65-F5344CB8AC3E}">
        <p14:creationId xmlns:p14="http://schemas.microsoft.com/office/powerpoint/2010/main" val="48743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78A8-1C8D-CC17-F403-AD419F1D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3296-FFC2-33B3-4F11-56B331B5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 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AC6A-31BA-D5A6-ADBD-A91781F8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I </a:t>
            </a:r>
            <a:r>
              <a:rPr lang="da-DK" sz="3200" dirty="0" err="1"/>
              <a:t>use</a:t>
            </a:r>
            <a:r>
              <a:rPr lang="da-DK" sz="3200" dirty="0"/>
              <a:t> </a:t>
            </a:r>
            <a:r>
              <a:rPr lang="da-DK" sz="3200" dirty="0" err="1"/>
              <a:t>Postgres</a:t>
            </a:r>
            <a:r>
              <a:rPr lang="da-DK" sz="3200" dirty="0"/>
              <a:t> / Oracle /MySQL – </a:t>
            </a:r>
            <a:r>
              <a:rPr lang="da-DK" sz="3200" dirty="0" err="1"/>
              <a:t>can</a:t>
            </a:r>
            <a:r>
              <a:rPr lang="da-DK" sz="3200" dirty="0"/>
              <a:t> I </a:t>
            </a:r>
            <a:r>
              <a:rPr lang="da-DK" sz="3200" dirty="0" err="1"/>
              <a:t>use</a:t>
            </a:r>
            <a:r>
              <a:rPr lang="da-DK" sz="3200" dirty="0"/>
              <a:t> </a:t>
            </a:r>
            <a:r>
              <a:rPr lang="da-DK" sz="3200" dirty="0" err="1"/>
              <a:t>this</a:t>
            </a:r>
            <a:r>
              <a:rPr lang="da-DK" sz="3200" dirty="0"/>
              <a:t>?</a:t>
            </a:r>
          </a:p>
          <a:p>
            <a:r>
              <a:rPr lang="da-DK" sz="3200" dirty="0" err="1"/>
              <a:t>Does</a:t>
            </a:r>
            <a:r>
              <a:rPr lang="da-DK" sz="3200" dirty="0"/>
              <a:t> it </a:t>
            </a:r>
            <a:r>
              <a:rPr lang="da-DK" sz="3200" dirty="0" err="1"/>
              <a:t>work</a:t>
            </a:r>
            <a:r>
              <a:rPr lang="da-DK" sz="3200" dirty="0"/>
              <a:t> on </a:t>
            </a:r>
            <a:r>
              <a:rPr lang="da-DK" sz="3200" dirty="0" err="1"/>
              <a:t>Azure</a:t>
            </a:r>
            <a:r>
              <a:rPr lang="da-DK" sz="3200" dirty="0"/>
              <a:t> SQL Databases?</a:t>
            </a:r>
          </a:p>
          <a:p>
            <a:r>
              <a:rPr lang="da-DK" sz="3200" dirty="0"/>
              <a:t>Can I </a:t>
            </a:r>
            <a:r>
              <a:rPr lang="da-DK" sz="3200" dirty="0" err="1"/>
              <a:t>create</a:t>
            </a:r>
            <a:r>
              <a:rPr lang="da-DK" sz="3200" dirty="0"/>
              <a:t> </a:t>
            </a:r>
            <a:r>
              <a:rPr lang="da-DK" sz="3200" dirty="0" err="1"/>
              <a:t>my</a:t>
            </a:r>
            <a:r>
              <a:rPr lang="da-DK" sz="3200" dirty="0"/>
              <a:t> </a:t>
            </a:r>
            <a:r>
              <a:rPr lang="da-DK" sz="3200" dirty="0" err="1"/>
              <a:t>own</a:t>
            </a:r>
            <a:r>
              <a:rPr lang="da-DK" sz="3200" dirty="0"/>
              <a:t> </a:t>
            </a:r>
            <a:r>
              <a:rPr lang="da-DK" sz="3200" dirty="0" err="1"/>
              <a:t>rules</a:t>
            </a:r>
            <a:r>
              <a:rPr lang="da-DK" sz="3200" dirty="0"/>
              <a:t>?</a:t>
            </a:r>
          </a:p>
          <a:p>
            <a:endParaRPr lang="da-DK" sz="3200" dirty="0"/>
          </a:p>
          <a:p>
            <a:pPr marL="0" indent="0">
              <a:buNone/>
            </a:pPr>
            <a:endParaRPr lang="da-DK" sz="3200" dirty="0"/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357397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AC18E-06F7-297B-4A55-D3F36AED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a-DK" sz="5400"/>
              <a:t>CTA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C42F-8CB3-FB57-D11C-4033DD156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6122202" cy="3547872"/>
          </a:xfrm>
        </p:spPr>
        <p:txBody>
          <a:bodyPr anchor="t">
            <a:normAutofit/>
          </a:bodyPr>
          <a:lstStyle/>
          <a:p>
            <a:r>
              <a:rPr lang="da-DK" sz="2200" dirty="0" err="1"/>
              <a:t>Add</a:t>
            </a:r>
            <a:r>
              <a:rPr lang="da-DK" sz="2200" dirty="0"/>
              <a:t> </a:t>
            </a:r>
            <a:r>
              <a:rPr lang="da-DK" sz="2200" dirty="0" err="1"/>
              <a:t>you</a:t>
            </a:r>
            <a:r>
              <a:rPr lang="da-DK" sz="2200" dirty="0"/>
              <a:t> database </a:t>
            </a:r>
            <a:r>
              <a:rPr lang="da-DK" sz="2200" dirty="0" err="1"/>
              <a:t>schema</a:t>
            </a:r>
            <a:r>
              <a:rPr lang="da-DK" sz="2200" dirty="0"/>
              <a:t> to source </a:t>
            </a:r>
            <a:r>
              <a:rPr lang="da-DK" sz="2200" dirty="0" err="1"/>
              <a:t>control</a:t>
            </a:r>
            <a:endParaRPr lang="da-DK" sz="2200" dirty="0"/>
          </a:p>
          <a:p>
            <a:r>
              <a:rPr lang="da-DK" sz="2200" dirty="0" err="1"/>
              <a:t>Enable</a:t>
            </a:r>
            <a:r>
              <a:rPr lang="da-DK" sz="2200" dirty="0"/>
              <a:t> </a:t>
            </a:r>
            <a:r>
              <a:rPr lang="da-DK" sz="2200" dirty="0" err="1"/>
              <a:t>code</a:t>
            </a:r>
            <a:r>
              <a:rPr lang="da-DK" sz="2200" dirty="0"/>
              <a:t> </a:t>
            </a:r>
            <a:r>
              <a:rPr lang="da-DK" sz="2200" dirty="0" err="1"/>
              <a:t>analysis</a:t>
            </a:r>
            <a:r>
              <a:rPr lang="da-DK" sz="2200" dirty="0"/>
              <a:t> </a:t>
            </a:r>
            <a:r>
              <a:rPr lang="da-DK" sz="2200" dirty="0" err="1"/>
              <a:t>locally</a:t>
            </a:r>
            <a:r>
              <a:rPr lang="da-DK" sz="2200" dirty="0"/>
              <a:t> and in CI</a:t>
            </a:r>
          </a:p>
          <a:p>
            <a:r>
              <a:rPr lang="da-DK" sz="2200" dirty="0" err="1"/>
              <a:t>Optional</a:t>
            </a:r>
            <a:r>
              <a:rPr lang="da-DK" sz="2200" dirty="0"/>
              <a:t>: </a:t>
            </a:r>
            <a:r>
              <a:rPr lang="da-DK" sz="2200" dirty="0" err="1"/>
              <a:t>Create</a:t>
            </a:r>
            <a:r>
              <a:rPr lang="da-DK" sz="2200" dirty="0"/>
              <a:t> </a:t>
            </a:r>
            <a:r>
              <a:rPr lang="da-DK" sz="2200" dirty="0" err="1"/>
              <a:t>your</a:t>
            </a:r>
            <a:r>
              <a:rPr lang="da-DK" sz="2200" dirty="0"/>
              <a:t> </a:t>
            </a:r>
            <a:r>
              <a:rPr lang="da-DK" sz="2200" dirty="0" err="1"/>
              <a:t>own</a:t>
            </a:r>
            <a:r>
              <a:rPr lang="da-DK" sz="2200" dirty="0"/>
              <a:t> </a:t>
            </a:r>
            <a:r>
              <a:rPr lang="da-DK" sz="2200" dirty="0" err="1"/>
              <a:t>rules</a:t>
            </a:r>
            <a:r>
              <a:rPr lang="da-DK" sz="2200" dirty="0"/>
              <a:t> and </a:t>
            </a:r>
            <a:r>
              <a:rPr lang="da-DK" sz="2200" dirty="0" err="1"/>
              <a:t>contribute</a:t>
            </a:r>
            <a:r>
              <a:rPr lang="da-DK" sz="2200" dirty="0"/>
              <a:t> </a:t>
            </a:r>
            <a:r>
              <a:rPr lang="da-DK" sz="2200" dirty="0" err="1"/>
              <a:t>them</a:t>
            </a:r>
            <a:r>
              <a:rPr lang="da-DK" sz="2200" dirty="0"/>
              <a:t> back to the community</a:t>
            </a:r>
          </a:p>
          <a:p>
            <a:endParaRPr lang="da-DK" sz="2200" dirty="0"/>
          </a:p>
          <a:p>
            <a:r>
              <a:rPr lang="da-DK" sz="2200" dirty="0"/>
              <a:t>FEEDBACK </a:t>
            </a:r>
            <a:r>
              <a:rPr lang="da-DK" sz="2200"/>
              <a:t>via App</a:t>
            </a:r>
            <a:endParaRPr lang="da-DK" sz="2200" dirty="0"/>
          </a:p>
        </p:txBody>
      </p:sp>
      <p:pic>
        <p:nvPicPr>
          <p:cNvPr id="5" name="Picture 4" descr="A qr code with black dots&#10;&#10;Description automatically generated">
            <a:extLst>
              <a:ext uri="{FF2B5EF4-FFF2-40B4-BE49-F238E27FC236}">
                <a16:creationId xmlns:a16="http://schemas.microsoft.com/office/drawing/2014/main" id="{1ACEDAF7-1A70-3E40-9618-12BBF5CB9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194" y="904031"/>
            <a:ext cx="4695822" cy="43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46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46EE-FF28-5231-08CB-F5FDBAC0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EB31-E4FC-2566-C8F1-45B5FB08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 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55434-F03A-B8A3-C83A-165FC3B9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 err="1"/>
              <a:t>Sharing</a:t>
            </a:r>
            <a:r>
              <a:rPr lang="da-DK" sz="3200" dirty="0"/>
              <a:t> parts of a database (</a:t>
            </a:r>
            <a:r>
              <a:rPr lang="da-DK" sz="3200" dirty="0" err="1"/>
              <a:t>f.ex</a:t>
            </a:r>
            <a:r>
              <a:rPr lang="da-DK" sz="3200" dirty="0"/>
              <a:t>. </a:t>
            </a:r>
            <a:r>
              <a:rPr lang="da-DK" sz="3200" dirty="0" err="1"/>
              <a:t>monitoring</a:t>
            </a:r>
            <a:r>
              <a:rPr lang="da-DK" sz="3200" dirty="0"/>
              <a:t>) ?</a:t>
            </a:r>
          </a:p>
          <a:p>
            <a:r>
              <a:rPr lang="da-DK" sz="3200" dirty="0" err="1"/>
              <a:t>What</a:t>
            </a:r>
            <a:r>
              <a:rPr lang="da-DK" sz="3200" dirty="0"/>
              <a:t> </a:t>
            </a:r>
            <a:r>
              <a:rPr lang="da-DK" sz="3200" dirty="0" err="1"/>
              <a:t>if</a:t>
            </a:r>
            <a:r>
              <a:rPr lang="da-DK" sz="3200" dirty="0"/>
              <a:t> </a:t>
            </a:r>
            <a:r>
              <a:rPr lang="da-DK" sz="3200" dirty="0" err="1"/>
              <a:t>my</a:t>
            </a:r>
            <a:r>
              <a:rPr lang="da-DK" sz="3200" dirty="0"/>
              <a:t> </a:t>
            </a:r>
            <a:r>
              <a:rPr lang="da-DK" sz="3200" dirty="0" err="1"/>
              <a:t>db</a:t>
            </a:r>
            <a:r>
              <a:rPr lang="da-DK" sz="3200" dirty="0"/>
              <a:t> has </a:t>
            </a:r>
            <a:r>
              <a:rPr lang="da-DK" sz="3200" dirty="0" err="1"/>
              <a:t>dependencies</a:t>
            </a:r>
            <a:r>
              <a:rPr lang="da-DK" sz="3200" dirty="0"/>
              <a:t> on </a:t>
            </a:r>
            <a:r>
              <a:rPr lang="da-DK" sz="3200" dirty="0" err="1"/>
              <a:t>other</a:t>
            </a:r>
            <a:r>
              <a:rPr lang="da-DK" sz="3200" dirty="0"/>
              <a:t> database?</a:t>
            </a:r>
          </a:p>
          <a:p>
            <a:r>
              <a:rPr lang="da-DK" sz="3200" dirty="0"/>
              <a:t>How </a:t>
            </a:r>
            <a:r>
              <a:rPr lang="da-DK" sz="3200" dirty="0" err="1"/>
              <a:t>would</a:t>
            </a:r>
            <a:r>
              <a:rPr lang="da-DK" sz="3200" dirty="0"/>
              <a:t> </a:t>
            </a:r>
            <a:r>
              <a:rPr lang="da-DK" sz="3200" dirty="0" err="1"/>
              <a:t>this</a:t>
            </a:r>
            <a:r>
              <a:rPr lang="da-DK" sz="3200" dirty="0"/>
              <a:t> </a:t>
            </a:r>
            <a:r>
              <a:rPr lang="da-DK" sz="3200" dirty="0" err="1"/>
              <a:t>work</a:t>
            </a:r>
            <a:r>
              <a:rPr lang="da-DK" sz="3200" dirty="0"/>
              <a:t> with EF Core?</a:t>
            </a:r>
          </a:p>
          <a:p>
            <a:r>
              <a:rPr lang="da-DK" sz="3200" dirty="0"/>
              <a:t>How </a:t>
            </a:r>
            <a:r>
              <a:rPr lang="da-DK" sz="3200" dirty="0" err="1"/>
              <a:t>about</a:t>
            </a:r>
            <a:r>
              <a:rPr lang="da-DK" sz="3200" dirty="0"/>
              <a:t> .NET </a:t>
            </a:r>
            <a:r>
              <a:rPr lang="da-DK" sz="3200" dirty="0" err="1"/>
              <a:t>Aspire</a:t>
            </a:r>
            <a:r>
              <a:rPr lang="da-DK" sz="3200" dirty="0"/>
              <a:t>?</a:t>
            </a:r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360807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EFBC-55FB-DAC2-4C55-421A6474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Classic .</a:t>
            </a:r>
            <a:r>
              <a:rPr lang="da-DK" dirty="0" err="1"/>
              <a:t>sqlproj</a:t>
            </a:r>
            <a:r>
              <a:rPr lang="da-DK" dirty="0"/>
              <a:t> </a:t>
            </a:r>
            <a:r>
              <a:rPr lang="da-DK" dirty="0" err="1"/>
              <a:t>vs</a:t>
            </a:r>
            <a:r>
              <a:rPr lang="da-DK" dirty="0"/>
              <a:t> </a:t>
            </a:r>
            <a:r>
              <a:rPr lang="da-DK" dirty="0" err="1"/>
              <a:t>MSBuild.SDK.SqlProj</a:t>
            </a:r>
            <a:endParaRPr lang="da-DK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72563C5-A433-61F8-5394-C78C4BAF7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363511"/>
              </p:ext>
            </p:extLst>
          </p:nvPr>
        </p:nvGraphicFramePr>
        <p:xfrm>
          <a:off x="838200" y="1825625"/>
          <a:ext cx="1051559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174">
                  <a:extLst>
                    <a:ext uri="{9D8B030D-6E8A-4147-A177-3AD203B41FA5}">
                      <a16:colId xmlns:a16="http://schemas.microsoft.com/office/drawing/2014/main" val="290016797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74669456"/>
                    </a:ext>
                  </a:extLst>
                </a:gridCol>
                <a:gridCol w="2583423">
                  <a:extLst>
                    <a:ext uri="{9D8B030D-6E8A-4147-A177-3AD203B41FA5}">
                      <a16:colId xmlns:a16="http://schemas.microsoft.com/office/drawing/2014/main" val="38388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dirty="0"/>
                        <a:t>.SQLPROJ (Legacy VS)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dirty="0" err="1"/>
                        <a:t>MSBuild.SDK.SqlProj</a:t>
                      </a:r>
                      <a:endParaRPr lang="da-DK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306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Create</a:t>
                      </a:r>
                      <a:r>
                        <a:rPr lang="da-DK" sz="2400" dirty="0"/>
                        <a:t>, </a:t>
                      </a:r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, </a:t>
                      </a:r>
                      <a:r>
                        <a:rPr lang="da-DK" sz="2400" dirty="0" err="1"/>
                        <a:t>publish</a:t>
                      </a:r>
                      <a:r>
                        <a:rPr lang="da-DK" sz="2400" dirty="0"/>
                        <a:t> a .</a:t>
                      </a:r>
                      <a:r>
                        <a:rPr lang="da-DK" sz="2400" dirty="0" err="1"/>
                        <a:t>dacpac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563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Code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rules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140+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rules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28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custom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rules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da-DK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</a:t>
                      </a:r>
                      <a:endParaRPr lang="da-DK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0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 on </a:t>
                      </a:r>
                      <a:r>
                        <a:rPr lang="da-DK" sz="2400" dirty="0" err="1"/>
                        <a:t>hosted</a:t>
                      </a:r>
                      <a:r>
                        <a:rPr lang="da-DK" sz="2400" dirty="0"/>
                        <a:t>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1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Run </a:t>
                      </a:r>
                      <a:r>
                        <a:rPr lang="da-DK" sz="2400" dirty="0" err="1"/>
                        <a:t>custom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 on </a:t>
                      </a:r>
                      <a:r>
                        <a:rPr lang="da-DK" sz="2400" dirty="0" err="1"/>
                        <a:t>hosted</a:t>
                      </a:r>
                      <a:r>
                        <a:rPr lang="da-DK" sz="2400" dirty="0"/>
                        <a:t>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04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 on Linux (</a:t>
                      </a:r>
                      <a:r>
                        <a:rPr lang="da-DK" sz="2400" dirty="0" err="1"/>
                        <a:t>dotnet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build</a:t>
                      </a:r>
                      <a:r>
                        <a:rPr lang="da-DK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83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 designers/</a:t>
                      </a:r>
                      <a:r>
                        <a:rPr kumimoji="0" lang="da-DK" sz="2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Schema</a:t>
                      </a:r>
                      <a:r>
                        <a:rPr kumimoji="0" lang="da-DK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a-DK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compare</a:t>
                      </a:r>
                      <a:endParaRPr kumimoji="0" lang="da-DK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645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/>
                        <a:t>NuGet</a:t>
                      </a:r>
                      <a:r>
                        <a:rPr lang="da-DK" sz="2400" dirty="0"/>
                        <a:t> </a:t>
                      </a:r>
                      <a:r>
                        <a:rPr lang="da-DK" sz="2400" dirty="0" err="1"/>
                        <a:t>pack</a:t>
                      </a:r>
                      <a:r>
                        <a:rPr lang="da-DK" sz="2400" dirty="0"/>
                        <a:t> (.</a:t>
                      </a:r>
                      <a:r>
                        <a:rPr lang="da-DK" sz="2400" dirty="0" err="1"/>
                        <a:t>dacpac</a:t>
                      </a:r>
                      <a:r>
                        <a:rPr lang="da-DK" sz="2400" dirty="0"/>
                        <a:t>/</a:t>
                      </a:r>
                      <a:r>
                        <a:rPr lang="da-DK" sz="2400" dirty="0" err="1"/>
                        <a:t>rules</a:t>
                      </a:r>
                      <a:r>
                        <a:rPr lang="da-DK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690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/>
                        <a:t>SQL CLR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0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  <a:endParaRPr lang="da-D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(</a:t>
                      </a:r>
                      <a:r>
                        <a:rPr lang="da-DK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workaround</a:t>
                      </a:r>
                      <a:r>
                        <a:rPr lang="da-DK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da-D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472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71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EDD-BF75-C1E2-C4E0-452E278B9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a </a:t>
            </a:r>
            <a:r>
              <a:rPr lang="da-DK" dirty="0" err="1"/>
              <a:t>dacpac</a:t>
            </a:r>
            <a:r>
              <a:rPr lang="da-DK" dirty="0"/>
              <a:t> and </a:t>
            </a:r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I </a:t>
            </a:r>
            <a:r>
              <a:rPr lang="da-DK" dirty="0" err="1"/>
              <a:t>care</a:t>
            </a:r>
            <a:r>
              <a:rPr lang="da-DK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4CC98-5EC0-A5E9-F6EC-E0FF61BD1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1272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Database Code Analysis Rules Components">
            <a:extLst>
              <a:ext uri="{FF2B5EF4-FFF2-40B4-BE49-F238E27FC236}">
                <a16:creationId xmlns:a16="http://schemas.microsoft.com/office/drawing/2014/main" id="{0ABCBC13-8996-BF34-379B-67805E159C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714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E1C5-9DBD-026F-54AD-8267C487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AEA13-D193-3591-483D-99C9CBEA7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Data Tier Application Package</a:t>
            </a:r>
            <a:br>
              <a:rPr lang="da-DK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</a:br>
            <a:endParaRPr lang="da-DK" dirty="0"/>
          </a:p>
          <a:p>
            <a:r>
              <a:rPr lang="da-DK" sz="3200" dirty="0" err="1"/>
              <a:t>Get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database under source </a:t>
            </a:r>
            <a:r>
              <a:rPr lang="da-DK" sz="3200" dirty="0" err="1"/>
              <a:t>control</a:t>
            </a:r>
            <a:endParaRPr lang="da-DK" sz="3200" dirty="0"/>
          </a:p>
          <a:p>
            <a:r>
              <a:rPr lang="da-DK" sz="3200" dirty="0" err="1"/>
              <a:t>Ensure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.sql scripts ”</a:t>
            </a:r>
            <a:r>
              <a:rPr lang="da-DK" sz="3200" dirty="0" err="1"/>
              <a:t>build</a:t>
            </a:r>
            <a:r>
              <a:rPr lang="da-DK" sz="3200" dirty="0"/>
              <a:t>” – </a:t>
            </a:r>
            <a:r>
              <a:rPr lang="da-DK" sz="3200" dirty="0" err="1"/>
              <a:t>code</a:t>
            </a:r>
            <a:r>
              <a:rPr lang="da-DK" sz="3200" dirty="0"/>
              <a:t> </a:t>
            </a:r>
            <a:r>
              <a:rPr lang="da-DK" sz="3200" dirty="0" err="1"/>
              <a:t>validation</a:t>
            </a:r>
            <a:endParaRPr lang="da-DK" sz="3200" dirty="0"/>
          </a:p>
          <a:p>
            <a:r>
              <a:rPr lang="da-DK" sz="3200" dirty="0" err="1"/>
              <a:t>Ensure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.sql scripts </a:t>
            </a:r>
            <a:r>
              <a:rPr lang="da-DK" sz="3200" dirty="0" err="1"/>
              <a:t>follow</a:t>
            </a:r>
            <a:r>
              <a:rPr lang="da-DK" sz="3200" dirty="0"/>
              <a:t> business </a:t>
            </a:r>
            <a:r>
              <a:rPr lang="da-DK" sz="3200" dirty="0" err="1"/>
              <a:t>rules</a:t>
            </a:r>
            <a:r>
              <a:rPr lang="da-DK" sz="3200" dirty="0"/>
              <a:t> – </a:t>
            </a:r>
            <a:r>
              <a:rPr lang="da-DK" sz="3200" dirty="0" err="1"/>
              <a:t>code</a:t>
            </a:r>
            <a:r>
              <a:rPr lang="da-DK" sz="3200" dirty="0"/>
              <a:t> </a:t>
            </a:r>
            <a:r>
              <a:rPr lang="da-DK" sz="3200" dirty="0" err="1"/>
              <a:t>analysis</a:t>
            </a:r>
            <a:endParaRPr lang="da-DK" sz="3200" dirty="0"/>
          </a:p>
          <a:p>
            <a:r>
              <a:rPr lang="da-DK" sz="3200" dirty="0" err="1"/>
              <a:t>Deploy</a:t>
            </a:r>
            <a:r>
              <a:rPr lang="da-DK" sz="3200" dirty="0"/>
              <a:t> </a:t>
            </a:r>
            <a:r>
              <a:rPr lang="da-DK" sz="3200" dirty="0" err="1"/>
              <a:t>changes</a:t>
            </a:r>
            <a:r>
              <a:rPr lang="da-DK" sz="3200" dirty="0"/>
              <a:t> to the database </a:t>
            </a:r>
            <a:r>
              <a:rPr lang="da-DK" sz="3200" dirty="0" err="1"/>
              <a:t>schema</a:t>
            </a:r>
            <a:r>
              <a:rPr lang="da-DK" sz="3200" dirty="0"/>
              <a:t> with </a:t>
            </a:r>
            <a:r>
              <a:rPr lang="da-DK" sz="3200" dirty="0" err="1"/>
              <a:t>changes</a:t>
            </a:r>
            <a:r>
              <a:rPr lang="da-DK" sz="3200" dirty="0"/>
              <a:t> to </a:t>
            </a:r>
            <a:r>
              <a:rPr lang="da-DK" sz="3200" dirty="0" err="1"/>
              <a:t>your</a:t>
            </a:r>
            <a:r>
              <a:rPr lang="da-DK" sz="3200" dirty="0"/>
              <a:t> app</a:t>
            </a:r>
          </a:p>
          <a:p>
            <a:r>
              <a:rPr lang="da-DK" sz="3200" dirty="0"/>
              <a:t>No more migration scripts – </a:t>
            </a:r>
            <a:r>
              <a:rPr lang="da-DK" sz="3200" dirty="0" err="1"/>
              <a:t>simply</a:t>
            </a:r>
            <a:r>
              <a:rPr lang="da-DK" sz="3200" dirty="0"/>
              <a:t> </a:t>
            </a:r>
            <a:r>
              <a:rPr lang="da-DK" sz="3200" dirty="0" err="1"/>
              <a:t>describe</a:t>
            </a:r>
            <a:r>
              <a:rPr lang="da-DK" sz="3200" dirty="0"/>
              <a:t> </a:t>
            </a:r>
            <a:r>
              <a:rPr lang="da-DK" sz="3200" dirty="0" err="1"/>
              <a:t>your</a:t>
            </a:r>
            <a:r>
              <a:rPr lang="da-DK" sz="3200" dirty="0"/>
              <a:t> </a:t>
            </a:r>
            <a:r>
              <a:rPr lang="da-DK" sz="3200" dirty="0" err="1"/>
              <a:t>desired</a:t>
            </a:r>
            <a:r>
              <a:rPr lang="da-DK" sz="3200" dirty="0"/>
              <a:t> </a:t>
            </a:r>
            <a:r>
              <a:rPr lang="da-DK" sz="3200" dirty="0" err="1"/>
              <a:t>state</a:t>
            </a:r>
            <a:endParaRPr lang="da-DK" sz="3200" dirty="0"/>
          </a:p>
          <a:p>
            <a:r>
              <a:rPr lang="da-DK" sz="3200" dirty="0"/>
              <a:t>Cross platform </a:t>
            </a:r>
            <a:r>
              <a:rPr lang="da-DK" sz="3200" dirty="0" err="1"/>
              <a:t>build</a:t>
            </a:r>
            <a:r>
              <a:rPr lang="da-DK" sz="3200" dirty="0"/>
              <a:t> and </a:t>
            </a:r>
            <a:r>
              <a:rPr lang="da-DK" sz="3200" dirty="0" err="1"/>
              <a:t>deployment</a:t>
            </a:r>
            <a:r>
              <a:rPr lang="da-DK" sz="3200" dirty="0"/>
              <a:t> support</a:t>
            </a:r>
          </a:p>
          <a:p>
            <a:pPr marL="0" indent="0">
              <a:buNone/>
            </a:pP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80796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8072581" y="216130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26" name="Picture 2" descr="Microscope Cartoon Vector Icon Illustration - Microscope - Sticker |  TeePublic">
            <a:extLst>
              <a:ext uri="{FF2B5EF4-FFF2-40B4-BE49-F238E27FC236}">
                <a16:creationId xmlns:a16="http://schemas.microsoft.com/office/drawing/2014/main" id="{0C12428C-43EA-42B3-B5FD-98F46FCE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178" y="4897438"/>
            <a:ext cx="1595437" cy="15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471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Tooling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18267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0002042-9439-C760-352C-9B1314C5F520}"/>
              </a:ext>
            </a:extLst>
          </p:cNvPr>
          <p:cNvSpPr txBox="1"/>
          <p:nvPr/>
        </p:nvSpPr>
        <p:spPr>
          <a:xfrm>
            <a:off x="1297858" y="4739147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Visual Studio</a:t>
            </a:r>
          </a:p>
          <a:p>
            <a:r>
              <a:rPr lang="da-DK" dirty="0"/>
              <a:t>VS Code</a:t>
            </a:r>
          </a:p>
          <a:p>
            <a:r>
              <a:rPr lang="da-DK" dirty="0" err="1"/>
              <a:t>sqlpackage</a:t>
            </a:r>
            <a:r>
              <a:rPr lang="da-DK" dirty="0"/>
              <a:t> </a:t>
            </a:r>
            <a:r>
              <a:rPr lang="da-DK" dirty="0" err="1"/>
              <a:t>extract</a:t>
            </a:r>
            <a:endParaRPr lang="da-DK" dirty="0"/>
          </a:p>
          <a:p>
            <a:r>
              <a:rPr lang="da-DK" dirty="0" err="1"/>
              <a:t>dotnet</a:t>
            </a:r>
            <a:r>
              <a:rPr lang="da-DK" dirty="0"/>
              <a:t> new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6263C-7EC6-28BD-BD25-C6CFCC5126F2}"/>
              </a:ext>
            </a:extLst>
          </p:cNvPr>
          <p:cNvSpPr txBox="1"/>
          <p:nvPr/>
        </p:nvSpPr>
        <p:spPr>
          <a:xfrm>
            <a:off x="5287302" y="4891547"/>
            <a:ext cx="160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MSBuild</a:t>
            </a:r>
            <a:endParaRPr lang="da-DK" dirty="0"/>
          </a:p>
          <a:p>
            <a:r>
              <a:rPr lang="da-DK" dirty="0" err="1"/>
              <a:t>dotnet</a:t>
            </a:r>
            <a:r>
              <a:rPr lang="da-DK" dirty="0"/>
              <a:t> </a:t>
            </a:r>
            <a:r>
              <a:rPr lang="da-DK" dirty="0" err="1"/>
              <a:t>build</a:t>
            </a:r>
            <a:endParaRPr lang="da-DK" dirty="0"/>
          </a:p>
          <a:p>
            <a:r>
              <a:rPr lang="da-DK" dirty="0" err="1"/>
              <a:t>dotnet</a:t>
            </a:r>
            <a:r>
              <a:rPr lang="da-DK" dirty="0"/>
              <a:t> </a:t>
            </a:r>
            <a:r>
              <a:rPr lang="da-DK" dirty="0" err="1"/>
              <a:t>pack</a:t>
            </a:r>
            <a:br>
              <a:rPr lang="da-DK" dirty="0"/>
            </a:br>
            <a:r>
              <a:rPr lang="da-DK" dirty="0"/>
              <a:t>Analyzer </a:t>
            </a:r>
            <a:r>
              <a:rPr lang="da-DK" dirty="0" err="1"/>
              <a:t>rules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94100-CEF9-DF56-F98E-6A48126062C4}"/>
              </a:ext>
            </a:extLst>
          </p:cNvPr>
          <p:cNvSpPr txBox="1"/>
          <p:nvPr/>
        </p:nvSpPr>
        <p:spPr>
          <a:xfrm>
            <a:off x="8681885" y="4798139"/>
            <a:ext cx="27235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Azure</a:t>
            </a:r>
            <a:r>
              <a:rPr lang="da-DK" dirty="0"/>
              <a:t> </a:t>
            </a:r>
            <a:r>
              <a:rPr lang="da-DK" dirty="0" err="1"/>
              <a:t>DevOps</a:t>
            </a:r>
            <a:r>
              <a:rPr lang="da-DK" dirty="0"/>
              <a:t> pipelines</a:t>
            </a:r>
          </a:p>
          <a:p>
            <a:r>
              <a:rPr lang="da-DK" dirty="0"/>
              <a:t>GitHub actions</a:t>
            </a:r>
          </a:p>
          <a:p>
            <a:r>
              <a:rPr lang="da-DK" dirty="0" err="1"/>
              <a:t>sqlpackage</a:t>
            </a:r>
            <a:r>
              <a:rPr lang="da-DK" dirty="0"/>
              <a:t> </a:t>
            </a:r>
            <a:r>
              <a:rPr lang="da-DK" dirty="0" err="1"/>
              <a:t>publish</a:t>
            </a:r>
            <a:endParaRPr lang="da-DK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C5DE43-7591-9041-E729-DCF609C1C970}"/>
              </a:ext>
            </a:extLst>
          </p:cNvPr>
          <p:cNvSpPr/>
          <p:nvPr/>
        </p:nvSpPr>
        <p:spPr>
          <a:xfrm>
            <a:off x="4140200" y="6091876"/>
            <a:ext cx="3894667" cy="69839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 dirty="0" err="1"/>
              <a:t>DacFX</a:t>
            </a:r>
            <a:endParaRPr lang="en-DK" sz="2800" dirty="0"/>
          </a:p>
        </p:txBody>
      </p:sp>
    </p:spTree>
    <p:extLst>
      <p:ext uri="{BB962C8B-B14F-4D97-AF65-F5344CB8AC3E}">
        <p14:creationId xmlns:p14="http://schemas.microsoft.com/office/powerpoint/2010/main" val="654303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543B-85D0-70D6-E8C0-825E5B0C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da-DK" sz="4000" dirty="0" err="1"/>
              <a:t>Why</a:t>
            </a:r>
            <a:r>
              <a:rPr lang="da-DK" sz="4000" dirty="0"/>
              <a:t> .</a:t>
            </a:r>
            <a:r>
              <a:rPr lang="da-DK" sz="4000" dirty="0" err="1"/>
              <a:t>dacpac</a:t>
            </a:r>
            <a:r>
              <a:rPr lang="da-DK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BAAB-2AC4-7032-7DAE-B031E2D3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3622"/>
            <a:ext cx="7168293" cy="3578777"/>
          </a:xfrm>
        </p:spPr>
        <p:txBody>
          <a:bodyPr anchor="t">
            <a:normAutofit/>
          </a:bodyPr>
          <a:lstStyle/>
          <a:p>
            <a:r>
              <a:rPr lang="da-DK" dirty="0" err="1"/>
              <a:t>Ensure</a:t>
            </a:r>
            <a:r>
              <a:rPr lang="da-DK" dirty="0"/>
              <a:t> high </a:t>
            </a:r>
            <a:r>
              <a:rPr lang="da-DK" dirty="0" err="1"/>
              <a:t>quality</a:t>
            </a:r>
            <a:r>
              <a:rPr lang="da-DK" dirty="0"/>
              <a:t> and </a:t>
            </a:r>
            <a:r>
              <a:rPr lang="da-DK" dirty="0" err="1"/>
              <a:t>consistent</a:t>
            </a:r>
            <a:r>
              <a:rPr lang="da-DK" dirty="0"/>
              <a:t> SQL </a:t>
            </a:r>
            <a:r>
              <a:rPr lang="da-DK" dirty="0" err="1"/>
              <a:t>schema</a:t>
            </a:r>
            <a:r>
              <a:rPr lang="da-DK" dirty="0"/>
              <a:t> under source </a:t>
            </a:r>
            <a:r>
              <a:rPr lang="da-DK" dirty="0" err="1"/>
              <a:t>control</a:t>
            </a:r>
            <a:endParaRPr lang="da-DK" dirty="0"/>
          </a:p>
          <a:p>
            <a:r>
              <a:rPr lang="da-DK" dirty="0" err="1"/>
              <a:t>Enforce</a:t>
            </a:r>
            <a:r>
              <a:rPr lang="da-DK" dirty="0"/>
              <a:t> design, performance and security </a:t>
            </a:r>
            <a:r>
              <a:rPr lang="da-DK" dirty="0" err="1"/>
              <a:t>rules</a:t>
            </a:r>
            <a:endParaRPr lang="da-DK" dirty="0"/>
          </a:p>
          <a:p>
            <a:r>
              <a:rPr lang="da-DK" dirty="0" err="1"/>
              <a:t>Desired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configuration</a:t>
            </a:r>
            <a:endParaRPr lang="da-DK" dirty="0"/>
          </a:p>
          <a:p>
            <a:r>
              <a:rPr lang="da-DK" dirty="0" err="1"/>
              <a:t>Publish</a:t>
            </a:r>
            <a:r>
              <a:rPr lang="da-DK" dirty="0"/>
              <a:t> </a:t>
            </a:r>
            <a:r>
              <a:rPr lang="da-DK" dirty="0" err="1"/>
              <a:t>magic</a:t>
            </a:r>
            <a:r>
              <a:rPr lang="da-DK" dirty="0"/>
              <a:t>!</a:t>
            </a:r>
          </a:p>
          <a:p>
            <a:endParaRPr lang="da-DK" dirty="0"/>
          </a:p>
          <a:p>
            <a:endParaRPr lang="da-DK" sz="2000" dirty="0"/>
          </a:p>
        </p:txBody>
      </p:sp>
      <p:pic>
        <p:nvPicPr>
          <p:cNvPr id="1028" name="Picture 4" descr="it's magic - Album on Imgur">
            <a:extLst>
              <a:ext uri="{FF2B5EF4-FFF2-40B4-BE49-F238E27FC236}">
                <a16:creationId xmlns:a16="http://schemas.microsoft.com/office/drawing/2014/main" id="{672BB7EB-32D7-CC82-0F37-1B439A402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509" y="1473981"/>
            <a:ext cx="3910014" cy="391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35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510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Open Sans</vt:lpstr>
      <vt:lpstr>Office Theme</vt:lpstr>
      <vt:lpstr>Fix your SQL database design with T-SQL code analysis  and Copilot</vt:lpstr>
      <vt:lpstr>PowerPoint Presentation</vt:lpstr>
      <vt:lpstr>PowerPoint Presentation</vt:lpstr>
      <vt:lpstr>Challenges?</vt:lpstr>
      <vt:lpstr>Process</vt:lpstr>
      <vt:lpstr>Demo - SSMS 22</vt:lpstr>
      <vt:lpstr>Static code analysis in SSMS</vt:lpstr>
      <vt:lpstr>Demo - CLI</vt:lpstr>
      <vt:lpstr>tsqlanalyze CLI recap</vt:lpstr>
      <vt:lpstr>Q  &amp; A</vt:lpstr>
      <vt:lpstr>Q  &amp; A</vt:lpstr>
      <vt:lpstr>CTA</vt:lpstr>
      <vt:lpstr>Q  &amp; A</vt:lpstr>
      <vt:lpstr>Classic .sqlproj vs MSBuild.SDK.SqlProj</vt:lpstr>
      <vt:lpstr>What is a dacpac and why should I care?</vt:lpstr>
      <vt:lpstr>PowerPoint Presentation</vt:lpstr>
      <vt:lpstr>Why?</vt:lpstr>
      <vt:lpstr>Process</vt:lpstr>
      <vt:lpstr>Tooling</vt:lpstr>
      <vt:lpstr>Why .dacpac?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project  / MSBuild.SDK.SqlProj</dc:title>
  <dc:creator>Erik Ejlskov Jensen (Delegate)</dc:creator>
  <cp:lastModifiedBy>Erik Ejlskov Jensen (Context&amp;)</cp:lastModifiedBy>
  <cp:revision>91</cp:revision>
  <dcterms:created xsi:type="dcterms:W3CDTF">2024-05-28T09:08:59Z</dcterms:created>
  <dcterms:modified xsi:type="dcterms:W3CDTF">2026-04-24T11:38:03Z</dcterms:modified>
</cp:coreProperties>
</file>